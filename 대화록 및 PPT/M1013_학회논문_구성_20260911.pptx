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512000"/>
            <a:ext cx="1062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</a:rPr>
              <a:t>5축 시연 데이터의 6축 협동로봇 전이를 위한
행동 다양체 분석과 EE pose 재타겟팅의 비용 정량화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9C2F0"/>
                </a:solidFill>
                <a:latin typeface="맑은 고딕"/>
              </a:rPr>
              <a:t>Action-Manifold Analysis and the Cost of EE-Pose Retargeting for Transferring
5-DOF Demonstrations to a 6-DOF Collaborative Robot</a:t>
            </a:r>
          </a:p>
          <a:p>
            <a:pPr>
              <a:spcBef>
                <a:spcPts val="2400"/>
              </a:spcBef>
            </a:pPr>
            <a:r>
              <a:rPr sz="1400" b="0">
                <a:solidFill>
                  <a:srgbClr val="B9C2F0"/>
                </a:solidFill>
                <a:latin typeface="맑은 고딕"/>
              </a:rPr>
              <a:t>2026 한국생산제조학회 추계학술대회 (12. 9 ~ 12. 12, 쉐라톤 제주) — 논문 구성안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9C2F0"/>
                </a:solidFill>
                <a:latin typeface="맑은 고딕"/>
              </a:rPr>
              <a:t>2026-09-11  ·  이채원 (한국생산기술연구원 현장실습)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논문 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문제: 저가 5축 암(OMX)으로 찍은 모방학습 데모를 6축 협동로봇(Doosan M1013)에 쓰고 싶다 — 축 수가 다르다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기존: 이종 로봇을 최대 DOF 패딩 + 마스킹 + embodiment 토큰으로 처리 = '차원(dimension)' 문제로 취급 (OXE·Octo·OpenVLA·CrossFormer·HPT)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▪  재정의: EE pose 로 올리면 차원은 이미 7D↔7D 로 같다. 진짜 격차는 소스 도달집합이 SE(3)의 5차원 부분다양체라는 것 — 축이 '없는' 게 아니라 '있는데 종속'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닫힌형 구속식 1개:  atan2(p_y, p_x) = atan2((Re₁)_y, (Re₁)_x) = q₁   → 78,009 프레임 전수로 검증 (잔차 RMS 0.21°)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비용: EE pose 공통 표현은 IK 재타겟팅 비용(특이점·연속성·작업영역)을 낳는다 → 5개 지표로 정량 보고 (표준 표현인데 아무도 비용을 안 적음)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정합·검증: 손목캠 기하 설계(HFOV 85.6°) + Isaac Sim 물리 재생 + 검증셋 분리 ACT (진행 중)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A9331D"/>
                </a:solidFill>
                <a:latin typeface="맑은 고딕"/>
              </a:rPr>
              <a:t>▪  주장 범위: '전이가 된다'가 아니라 '무엇이 진짜 격차이고 그 격차를 넘는 비용이 얼마인가' — 실물 데이터 효율 곡선은 향후 연구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4000" y="3960000"/>
          <a:ext cx="11520000" cy="51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714"/>
                <a:gridCol w="1645714"/>
                <a:gridCol w="1645714"/>
                <a:gridCol w="1645714"/>
                <a:gridCol w="1645714"/>
                <a:gridCol w="1645714"/>
                <a:gridCol w="1645716"/>
              </a:tblGrid>
              <a:tr h="259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구속식 잔차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6D 유효랭크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yaw 스팬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재타겟팅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특이점 여유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Δq / 역검증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Isaac 재생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0.00° (항등) / 0.21°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2.70 / 6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16.5° (리밋 ±180°)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159/159, 분지 0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min|q5| 45.97°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2.95°/fr · 4.89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3/3 성공, 1.6~7.5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4000" y="4788000"/>
            <a:ext cx="115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2F3D9E"/>
                </a:solidFill>
                <a:latin typeface="맑은 고딕"/>
              </a:rPr>
              <a:t>▪  기여 ① 구속식 유도·검증   ② 재타겟팅 비용 지표 5종 정의·측정   ③ 관측공간 기하 정합 절차   ④ 시뮬 검증 + 실물 데이터 효율 실험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KSMTE 2026 추계 · 논문 구성안 · 결과 없는 판 (실물 결과가 나오면 6절만 교체)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1. 서론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배경 — 축 수 불일치를 어떻게 볼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OMX·SO-100 계열 저가 암으로 데모 수집이 보편화 → 협동로봇 현장 적용 시 데모를 다시 찍는 비용이 문제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소스 OMX: 5R (yaw–pitch–pitch–pitch–roll) + 그리퍼 · 타깃 M1013: 6R + MHF2-16D2 · 태스크 pick &amp; place · 163 ep / 78,009 fr · 2뷰 640×480 30 fps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800000"/>
            <a:ext cx="5616000" cy="468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기존 접근 — 차원 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8000" y="1800000"/>
            <a:ext cx="5616000" cy="468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본 연구 — 다양체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2340000"/>
            <a:ext cx="5616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이종 로봇 행동을 최대 DOF 로 패딩하고 없는 축은 마스킹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embodiment 토큰·형상 토큰으로 '어느 로봇인지'를 입력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검증된 세팅은 전부 full-DOF ↔ full-DOF (Franka 7, UR5e 6, WidowX 6, Google Robot)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ZETA(2609.02546) — 가장 통제된 연구. appearance/gripper/arm/full 4분류. DOF 결손 소스는 명시적으로 미수행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9331D"/>
                </a:solidFill>
                <a:latin typeface="맑은 고딕"/>
              </a:rPr>
              <a:t>▪  → '없는 축'을 다루는 방법. 5축→6축에서 무엇이 얼마나 부족한지를 적지 못함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00" y="2340000"/>
            <a:ext cx="5616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EE pose [p, r, g] ∈ ℝ⁷ 로 올리면 OMX 도 M1013 도 7D — 차원 문제는 여기서 사라짐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남는 것: 5축 소스가 SE(3) 안에서 도달할 수 있는 집합의 모양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joint2~4 축이 모두 arm plane Π(q₁)의 법선에 평행, joint5(roll) 축은 평면 안 → EE 위치 p 와 툴 x축 Re₁ 이 둘 다 Π(q₁) 위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5181D"/>
                </a:solidFill>
                <a:latin typeface="맑은 고딕"/>
              </a:rPr>
              <a:t>▪  식 (1)  atan2(p_y, p_x) = atan2((Re₁)_y, (Re₁)_x) = q₁ → 여차원 1, 즉 5차원 부분다양체 𝓜 ⊂ SE(3)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6B4A"/>
                </a:solidFill>
                <a:latin typeface="맑은 고딕"/>
              </a:rPr>
              <a:t>▪  → 축이 없는 게 아니라 있는데 종속. 마스킹으로는 표현조차 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핵심 문장: '차원은 같다. 다양체가 다르다.'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2. 관련 연구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기존 연구 지형 — 무엇이 이미 되어 있는가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19999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600"/>
                <a:gridCol w="3225600"/>
                <a:gridCol w="3072000"/>
                <a:gridCol w="3532799"/>
              </a:tblGrid>
              <a:tr h="486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계열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대표 연구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축 불일치 처리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본 연구와의 관계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대규모 이종 사전학습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Open X-Embodiment / RT-X, Octo, OpenVLA, CrossFormer, HPT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최대 DOF 패딩 + 마스킹 + embodiment 토큰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소스·타깃 모두 full-DOF. DOF 결손 소스 없음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형상 정보 주입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Embedding Morphology into Transformers (2603.00182)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kinematic 토큰 + 토폴로지 어텐션 + FiLM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형상을 '입력'으로 넣지만 도달집합 결손은 안 다룸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통제 실험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ZETA (2609.02546)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EEF-Delta 가 절대좌표 대비 +15%p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가장 가까움. DOF 결손·데이터효율곡선 명시적 미수행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데이터 효율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Data Analogies (2603.06450)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소스 다양성↑ → 타깃 성공률 곡선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'타깃 데모 N개 등가' 환산은 없음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시각 갭 완화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RoVi-Aug, Mirage, Cloak (2606.22836)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로봇 외형·시점 augmentation / EE 마스킹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시각을 '가림'. 우리는 타깃 리그를 소스에 맞춰 '설계'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저가 로봇 IL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SmolVLA, SO-100/101, LeRobot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저가 암 위에서 학습·평가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저가 데모가 협동로봇에 값어치를 하는지는 미답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행동공간 통일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Unify Actions in Camera Frame, PointAction, Latent Action Diffusion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카메라 프레임·3D 점·잠재 행동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통일 표현의 '대가'(IK 특이점·작업영역)는 미보고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040000"/>
            <a:ext cx="11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F3D9E"/>
                </a:solidFill>
                <a:latin typeface="맑은 고딕"/>
              </a:rPr>
              <a:t>▪  공통 결론: DOF 결손 소스와 재타겟팅 비용을 함께 다룬 연구가 없다 — 이 빈자리가 본 논문의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2절은 반 페이지. 각 계열 두 줄 + 위 마지막 문장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차별점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기존 연구와 다른 점 — 6가지, 성립 조건별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2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9000000"/>
                <a:gridCol w="2160000"/>
              </a:tblGrid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차별점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성립 조건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'축 개수 불일치'가 아니라 행동 다양체의 구속으로 재정의 — 기존은 패딩·마스킹으로 차원 문제, 우리는 7D↔7D 로 차원 같고 축이 있는데 종속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지금 데이터로 성립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EE pose 공통 행동공간의 청구서 (IK 특이점 여유 45.97°, Δq 2.95°/fr, 역검증 ≤4.89 mm) 정량 보고 — 표준 표현인데 아무도 비용을 안 적음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지금 데이터로 성립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관측공간 정합을 기하로 설계 — HFOV 63.4° 불합격 / 85.6° 합격 판정, 최종 마운트 (0,−65,−10)·틸트 21.8°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지금 데이터로 성립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결손이 스칼라라 성능을 결손 크기의 함수로 측정 가능 — ZETA 도 명시적으로 미수행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F3D9E"/>
                          </a:solidFill>
                          <a:latin typeface="맑은 고딕"/>
                        </a:rPr>
                        <a:t>실물 결과 필요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'OMX 159 ep = M1013 실물 데모 N개 등가' 지표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F3D9E"/>
                          </a:solidFill>
                          <a:latin typeface="맑은 고딕"/>
                        </a:rPr>
                        <a:t>실물 결과 필요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형상 격차 vs 도메인 격차 2×2 분리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6B78"/>
                          </a:solidFill>
                          <a:latin typeface="맑은 고딕"/>
                        </a:rPr>
                        <a:t>Isaac 데모 추가 → 후속 논문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968000"/>
            <a:ext cx="11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2F3D9E"/>
                </a:solidFill>
                <a:latin typeface="맑은 고딕"/>
              </a:rPr>
              <a:t>▪  결과가 마감에 못 미치면 1·3·4 로 분석·시스템 논문이 그대로 성립 — 물러날 자리가 있는 구조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실물 결과(v7 수집·이어학습)가 10월 중순까지 나오면 2·6 을 6절에 얹어 결과 있는 판으로 승격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지도교수님 지시 '기존 연구와 다른 점' 에 대한 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3절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행동 다양체 — 구속식은 근사가 아니라 항등식</a:t>
            </a:r>
          </a:p>
        </p:txBody>
      </p:sp>
      <p:pic>
        <p:nvPicPr>
          <p:cNvPr id="3" name="Picture 2" descr="fig1_constr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64000"/>
            <a:ext cx="7380000" cy="311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0" y="864000"/>
            <a:ext cx="39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그림 1 — 163 ep / 78,009 프레임 전수, omx_f.urdf FK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az(Re₁) − q₁ = 0.00000° — 정확한 항등식. EE 방위 성분의 원천은 q₁ 뿐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az(p) − q₁ = RMS 0.21° / max 0.51° — 횡오프셋 0.66 mm 환산, 기구 오프셋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→ az(Re₁) = az(p): SE(3) 위 닫힌형 홀로노믹 구속 1개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의미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7D 표현 중 실질 자유도 6 (pose 5 + grip 1)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'yaw 를 독립 사용하는 조작' 사례가 소스에 원천 부재 → 타깃 데모가 채워야 할 것이 정확히 특정됨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A9331D"/>
                </a:solidFill>
                <a:latin typeface="맑은 고딕"/>
              </a:rPr>
              <a:t>▪  09-09 문서의 'yaw ≈ atan2(y,x)' 는 근사 서술 — 논문에는 이 정확한 형태로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재현: tx90/action_manifold_analysis.py (~1분) · 그림: tx90/make_paper_figs.py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3절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커버리지 — 결손은 두 층위다</a:t>
            </a:r>
          </a:p>
        </p:txBody>
      </p:sp>
      <p:pic>
        <p:nvPicPr>
          <p:cNvPr id="3" name="Picture 2" descr="fig2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64000"/>
            <a:ext cx="7380000" cy="295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0" y="864000"/>
            <a:ext cx="39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그림 2 (a) — 6D pose 유효랭크 2.70 / 6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설명비율 63.5 / 19.6 / 14.3 / 2.0 / 0.4 / 0.1 % — 4번째 축부터 급감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그림 2 (b) — 데이터가 실제로 차지한 각도 범위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joint1(yaw) 스팬 16.5° vs 가동 360°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joint5(roll) 73.7°, 툴 z 고도각 70.3°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F6B4A"/>
                </a:solidFill>
                <a:latin typeface="맑은 고딕"/>
              </a:rPr>
              <a:t>▪  해석 — 결손 2층위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① 기구적 결손: 식 (1), 1차원 — 어떤 데이터를 찍어도 못 채움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② 데이터 분포 결손: 기구 한계보다 훨씬 좁음 — 수집으로 채울 수 있음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→ 타깃 데모 수집 시 yaw 다양성을 의도적으로 포함해야 하는 근거 (7절)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논문 3.5절 · 표 1 잔차 3종 + 이 두 그림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4절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EE pose 재타겟팅 파이프라인 — 비용 지표 5종을 정의한다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36000"/>
            <a:ext cx="1548000" cy="864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OMX 데모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5축 joint → FK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82800" y="1278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80000" y="936000"/>
            <a:ext cx="1548000" cy="86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EE pose 7D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7MA 평활 · 6 Hz 앵커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38800" y="1278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36000" y="936000"/>
            <a:ext cx="1548000" cy="86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작업대 오프셋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+ TCP 0.0725 파지점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94800" y="1278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92000" y="936000"/>
            <a:ext cx="1548000" cy="86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손목 45° 보정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(특이점 여유↑)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50800" y="1278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8000" y="936000"/>
            <a:ext cx="1548000" cy="86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DLS IK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λ∝오차 · 시드 · 분지거부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06800" y="1278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04000" y="936000"/>
            <a:ext cx="1548000" cy="86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M1013 관절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state = action[t−1]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162800" y="1278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60000" y="936000"/>
            <a:ext cx="1548000" cy="864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검증 4종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IK/연속/FK/kNN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1944000"/>
            <a:ext cx="55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작업대 배치 스윕 — 54 후보 → 채점(min|q5|, j3 여유, maxΔq) → 5 → 기하검사 → OFFSET (+0.05, −0.15, +0.10)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TCP 미보정 시 접근 틸트 44° × 0.12 m = 수평 84 mm 오차 → 보정 필요성의 수치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손목 45° 보정: 그리퍼를 일자로 다는 결정 하나가 특이점 여유 10° → 50° 와 파지 실패를 동시 해결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0000" y="1944000"/>
          <a:ext cx="5723998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6"/>
                <a:gridCol w="2510526"/>
                <a:gridCol w="1606736"/>
              </a:tblGrid>
              <a:tr h="25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비용 지표 (제안)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159 ep 결과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(a) 특이점 여유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min |q5| — 손목 특이점까지 거리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45.97°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(b) 관절 연속성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프레임 간 max Δq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2.95°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(c) 재타겟팅 정확도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FK 역검증 위치 / 각도 오차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4.89 mm / 1.03°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(d) 해 안정성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IK 실패 · 분지 점프 수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0 / 0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(e) 작업영역 축소율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특이점 회피 후 사용 가능 영역 / 전체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manipulability 맵 (도착 후)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4000" y="4104000"/>
            <a:ext cx="115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5181D"/>
                </a:solidFill>
                <a:latin typeface="맑은 고딕"/>
              </a:rPr>
              <a:t>▪  왜 '비용'을 보고하나 — EE-pose / EEF-delta 공통 행동공간은 사실상 표준(ZETA: 절대좌표 대비 +15%p)인데, 정책 출력 pose 를 타깃 관절로 되돌릴 때의 대가를 정량 보고한 사례가 없다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A9331D"/>
                </a:solidFill>
                <a:latin typeface="맑은 고딕"/>
              </a:rPr>
              <a:t>▪  협동로봇 맥락: 사람과 같은 공간에서 저속 운용이 전제 → 특이점 근방 관절속도 발산은 정확도가 아니라 안전 요건. 여유 45.97° 는 그 수치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논문 4.1~4.5절 · 표 2 = 위 표 · 변환 5.7 s (m1013_kin.py 독립 DLS, MoveIt 불사용)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4절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재타겟팅 비용 — 에피소드별 분포</a:t>
            </a:r>
          </a:p>
        </p:txBody>
      </p:sp>
      <p:pic>
        <p:nvPicPr>
          <p:cNvPr id="3" name="Picture 2" descr="fig3_retarget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00000"/>
            <a:ext cx="11520000" cy="3620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4536000"/>
            <a:ext cx="115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그림 3 — 159 에피소드 전부. 최악값(빨간 선)이 곧 표 2 의 수치. 분포 자체가 '이 파이프라인이 어디까지 안전한가'의 근거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(a) 손목 특이점 여유는 최악 46°, 대부분 60~85° — 손목 45° 보정 전에는 10° 대였음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(b) 관절 연속성 최악 2.95°/frame(30 Hz) — 실기 MoveSplineJoint 재생에 안전한 범위 · (c) 역검증 오차는 앵커 6 Hz 보간에서 나오는 값, 파지 허용오차(조 스트로크 32 mm) 대비 충분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출처: m1013/v6_staging/report.json (TCP 0.0725 재변환본)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5절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관측공간 정합 — 타깃 리그를 기하로 설계한다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68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5181D"/>
                </a:solidFill>
                <a:latin typeface="맑은 고딕"/>
              </a:rPr>
              <a:t>▪  원칙: 구도를 먼저 못 박아야 남는 차이가 '순수 시각 도메인 갭'으로 귀속된다. 구도 불일치와 도메인 갭이 섞이면 실패 원인 분리가 불가능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▪  기존(RoVi-Aug·Mirage·Cloak)은 로봇 외형·시점을 augmentation 이나 마스킹으로 '가림'. 우리는 반대로 타깃 손목캠을 정량 판정으로 '설계'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손목캠 기하 결정 (09-11 확정)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카메라 U20CAM-720P (정면·손목 동일 기종, OMX 리그와 같음) · 1280×720 → 960×720 중앙 크롭 → 640×480 · HFOV 85.6°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광심 플랜지 로컬 (0, −65, −10) mm · 툴축 위 Z=140 조준 · 틸트 21.8° · 보드 세로 장착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판정 기준: 파지 정렬구간(2.0~0.7 s 전) 큐브 8꼭짓점 가시 + 렌즈 스탠드오프 ±12 mm 오차 포함 여유 0.63 (1.0 = 화면 가장자리)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화각 요구조건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센서 640×480 크롭(HFOV 63.4°)은 8 ep 중 2 ep 에서 파지 직전 큐브 이탈 → 불합격. 85.6° 는 8/8 → 채택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A9331D"/>
                </a:solidFill>
                <a:latin typeface="맑은 고딕"/>
              </a:rPr>
              <a:t>–  ※ 이 판정은 구 마운트 기준 — 최종 마운트로 wristcam_check.py 재실행 후 논문 수치 확정 (수 초)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▪  정면캠: OMX 리그 것을 그대로 이관 → 도메인 갭 최소 · 검증기 wristcam_check.py 는 Isaac 없이 FK 만으로 투영</a:t>
            </a:r>
          </a:p>
        </p:txBody>
      </p:sp>
      <p:pic>
        <p:nvPicPr>
          <p:cNvPr id="4" name="Picture 3" descr="d_gra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000" y="936000"/>
            <a:ext cx="4428000" cy="3321000"/>
          </a:xfrm>
          <a:prstGeom prst="rect">
            <a:avLst/>
          </a:prstGeom>
        </p:spPr>
      </p:pic>
      <p:pic>
        <p:nvPicPr>
          <p:cNvPr id="5" name="Picture 4" descr="r_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000" y="4176000"/>
            <a:ext cx="2736000" cy="1982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16000" y="4284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우: 손목캠 파지 순간 렌더(09-04 마운트) · 툴 어셈블리 CAD (어댑터+MHF2-16D2+핑거, cadquery 커널 검증 완료)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6절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시뮬레이션 검증 — 파이프라인이 실제로 돈다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5579997" cy="10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961"/>
                <a:gridCol w="1087012"/>
                <a:gridCol w="1087012"/>
                <a:gridCol w="1087012"/>
              </a:tblGrid>
              <a:tr h="259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Isaac 재생 (GT 궤적)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ep0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ep50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ep130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성공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✓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✓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✓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배치 오차 (mm)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7.5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1.6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5.2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추종 오차 max (°)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1.85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1.34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3.14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2232000"/>
            <a:ext cx="55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Isaac Sim 5.1 · m1013.usd · 실물 그리퍼 기하(npz) · 상판 0.4624 · TCP 0.0725 · PhysX 60 Hz position drive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이건 정답 궤적 재생 — 재타겟팅 결과가 물리적으로 파지·운반·배치 가능함을 보임 (모델과 무관)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3D9E"/>
                </a:solidFill>
                <a:latin typeface="맑은 고딕"/>
              </a:rPr>
              <a:t>▪  정책이 등장하려면 → 오른쪽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28000" y="900000"/>
          <a:ext cx="56159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36"/>
                <a:gridCol w="4084363"/>
              </a:tblGrid>
              <a:tr h="39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검증셋 분리 ACT (진행 중)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분할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seed 0 무작위 · 학습 139 / 검증 20 ep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09-09 전체 학습과 동일 (ACT, 100k, batch 8) — 차이는 held-out 유무뿐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평가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held-out 20 vs train-ref 20 — 관절오차 mean/median/max · 그리퍼 일치 · 출력 연속성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참조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전체 159 ep 학습 모델을 같은 held-out 에 → '본 데이터' 기준선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F3D9E"/>
                          </a:solidFill>
                          <a:latin typeface="맑은 고딕"/>
                        </a:rPr>
                        <a:t>09-11 15:00 시작 · ~19:00 완료 예정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28000" y="3456000"/>
            <a:ext cx="5616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▪  이게 들어가면 주장이 한 단계 올라간다: '재타겟팅 데이터로 학습한 정책이 타깃 기구학에서 실행 가능'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▪  held-out 정책 출력 npz → Isaac 재생까지 이어짐 (표 3 두 번째 줄)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A9331D"/>
                </a:solidFill>
                <a:latin typeface="맑은 고딕"/>
              </a:rPr>
              <a:t>▪  기존 0.62~0.67° open-loop 오차는 159 ep 전부 학습한 값 — 논문에 못 씀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▪  정규화 통계는 데이터셋 전체 meta 사용(held-out 포함) — 논문에 한 줄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논문 6절 · 표 3 · lerobot 0.2.0 episodes 서브셋 IndexError 패치 (lerobot_dataset.py, 백업 .orig_20260911)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구성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논문 구성 — 절별 내용과 그림·표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20000" cy="372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7200000"/>
                <a:gridCol w="2448000"/>
              </a:tblGrid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절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그림·표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 서론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저가 암 IL 보편화 vs 협동로봇 재수집 비용 · 기존은 '없는 축' · 우리는 '있는데 종속' · 기여 ①~④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2 관련 연구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5계열 각 두 줄 · 공통 결론: DOF 결손 소스·재타겟팅 비용 미답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3 행동 다양체 분석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세팅 · 공통 표현 · 식(1) 유도 · 실데이터 검증 · 커버리지(결손 2층위) · 함의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표 1 · 그림 1 · 그림 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4 재타겟팅과 비용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파이프라인 · 배치 스윕 · 비용 지표 5종 정의 · 결과 · 협동로봇 안전 맥락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표 2 · 그림 3 (+스윕 맵)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5 관측공간 정합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원칙 · 손목캠 기하 결정 · 화각 요구조건 · 정면캠 이관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그림 4 접근 구간 가시성 (재실행)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6 시뮬 검증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Isaac 재생 3 ep · 검증셋 분리 ACT held-out 평가 · 정책 출력 재생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표 3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7 한계·향후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제한 작업영역 · 접촉 물리 · 실물 미검증 / 실물 데이터 효율 곡선 · yaw 평가군 · 등가 데모 수 · 2×2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8 결론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3문장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824000"/>
            <a:ext cx="115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그림 1·2·3 은 이미 제작 완료 (paper_figs/) · 그림 4 는 최종 마운트로 재실행 · 표 3 은 학습 완료 후 채움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결과 있는 판으로 승격 시: 6절에 실물 데이터 효율 곡선(scratch / 비전만 / 전체 × 데모 10/30/60/120)과 'OMX 159 ep = N개 등가' 추가, 제목을 '…모방학습 전이: 행동 다양체 구속 관점의 정량 평가' 로 교체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결과 없는 판이 정본. 2·3·4·5절은 어느 판이든 그대로 — 지금 쓰기 시작해도 버리는 게 없음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계획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일정 · 리스크 · 한계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6119999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245"/>
                <a:gridCol w="4514754"/>
              </a:tblGrid>
              <a:tr h="37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09-14 (월)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M1013 도착 + 절삭 외주 2건 발주 (발주서·STEP·DXF 준비 완료)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09-14 ~ 입고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배선 · ROS2 · 카메라 노드 · manipulability 실측 · 작업대 확정 · 저속 궤적 재생 (그리퍼 없이 가능)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09-21 ~ 09-28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금구 입고 → Φ6 H7 현장 리머 → 그리퍼 장착 → grip-lead 실측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~10-05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v7 실기 수집 30~50 ep (yaw 다양성 포함 · 평가군 2종 분리)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~10-19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이어학습 3종 × 데모 수 4단계 + 평가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10월 말~11월 초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9331D"/>
                          </a:solidFill>
                          <a:latin typeface="맑은 고딕"/>
                        </a:rPr>
                        <a:t>초록 마감 — 홈페이지 미공지, 확인 필요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12-09 ~ 12-12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학술대회 발표 (쉐라톤 제주)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8000" y="900000"/>
            <a:ext cx="5112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A9331D"/>
                </a:solidFill>
                <a:latin typeface="맑은 고딕"/>
              </a:rPr>
              <a:t>▪  리스크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절삭 외주 납기 — 유일한 크리티컬 패스. 발주 시 '영업일 며칠'로 회신받고 급행 가능 여부 확인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초록 마감일 미확인 — 결과 판 / 분석 판을 가르는 유일한 변수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손목캠 브래킷 LENS_STANDOFF 미실측 (OMX 리그 동일 기종으로 실측)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논문의 한계 (7절에 정직하게)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EE pose 공통 표현의 대가 = IK 특이점 → 제한 작업영역 내 결과임을 명시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접촉 물리 재현도(파지 미끄러짐·변형)는 실물 대비 낮음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실물 미검증 — 결과 없는 판에서는 '전이가 된다'를 주장하지 않음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F6B4A"/>
                </a:solidFill>
                <a:latin typeface="맑은 고딕"/>
              </a:rPr>
              <a:t>▪  지금 할 것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학회 초록 마감·원고 형식 확인 · 절삭 납기 확인 · split 학습 완료 후 평가 · wristcam_check 재실행 · 09-09 문서 구속식 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 = 협동로봇 (ISO/TS 15066). '산업용' 이라 쓰지 말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