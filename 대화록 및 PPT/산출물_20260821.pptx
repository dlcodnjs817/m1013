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872000"/>
            <a:ext cx="106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8/21 생성 산출물 카탈로그</a:t>
            </a:r>
          </a:p>
          <a:p>
            <a:pPr>
              <a:spcBef>
                <a:spcPts val="1000"/>
              </a:spcBef>
            </a:pPr>
            <a:r>
              <a:rPr sz="1900" b="0">
                <a:solidFill>
                  <a:srgbClr val="B9C2F0"/>
                </a:solidFill>
                <a:latin typeface="맑은 고딕"/>
              </a:rPr>
              <a:t>Isaac Sim 캡처 사진 4장 · 정책 물리 재생 영상 1편 — 랩미팅(8/24) 자료 삽입용</a:t>
            </a:r>
          </a:p>
          <a:p>
            <a:pPr>
              <a:spcBef>
                <a:spcPts val="28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위치: /home/kim/m1013/sim_out/   |   재생성 도구: capture_m1013.py · frames_to_mp4.py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6246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B9C2F0"/>
                </a:solidFill>
                <a:latin typeface="맑은 고딕"/>
              </a:rPr>
              <a:t>2026-08-21 (금) · 이채원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01 로봇만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사진 ①② — 로봇 단독 (테이블·큐브 없음)</a:t>
            </a:r>
          </a:p>
        </p:txBody>
      </p:sp>
      <p:pic>
        <p:nvPicPr>
          <p:cNvPr id="3" name="Picture 2" descr="m1013_only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64000"/>
            <a:ext cx="5616000" cy="3159000"/>
          </a:xfrm>
          <a:prstGeom prst="rect">
            <a:avLst/>
          </a:prstGeom>
        </p:spPr>
      </p:pic>
      <p:pic>
        <p:nvPicPr>
          <p:cNvPr id="4" name="Picture 3" descr="m1013_only_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99" y="864000"/>
            <a:ext cx="5616000" cy="315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" y="4068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181D"/>
                </a:solidFill>
                <a:latin typeface="맑은 고딕"/>
              </a:rPr>
              <a:t>① m1013_only_front.png — 정면 각도, 베이스 바닥판·케이블까지 전신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999" y="4068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181D"/>
                </a:solidFill>
                <a:latin typeface="맑은 고딕"/>
              </a:rPr>
              <a:t>② m1013_only_side.png — 측면 각도, 링크의 DOOSAN 로고 보임 (추천)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4536000"/>
            <a:ext cx="11520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무엇: 공식 m1013.usd 를 Isaac Sim 에 로드해 데이터셋 홈 자세로 정착시킨 뒤 캡처 (1920×1080)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▪  용도: 랩미팅 4장 '에셋 검증' 사진 자리 — 순수하게 "로봇이 로드됐다"를 보여주는 컷. 로고 보이는 ② 추천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2장 '배경'의 M1013 사진 자리에 실물 제품 사진 대신 써도 됨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Consolas"/>
              </a:rPr>
              <a:t>▪  재생성: cd /home/kim/isaacsim &amp;&amp; ./python.sh /home/kim/m1013/capture_m1013.py --bare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5181D"/>
                </a:solidFill>
                <a:latin typeface="맑은 고딕"/>
              </a:rPr>
              <a:t>–  각도 변경은 capture_m1013.py 의 cam1/cam2 pos(카메라 위치)·tgt(바라보는 점)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전이 · 산출물 카탈로그 2026-08-21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02 씬 전체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사진 ③④ — 검증 씬 포함 (로봇 + 테이블 + 큐브)</a:t>
            </a:r>
          </a:p>
        </p:txBody>
      </p:sp>
      <p:pic>
        <p:nvPicPr>
          <p:cNvPr id="3" name="Picture 2" descr="m1013_full_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64000"/>
            <a:ext cx="5616000" cy="3159000"/>
          </a:xfrm>
          <a:prstGeom prst="rect">
            <a:avLst/>
          </a:prstGeom>
        </p:spPr>
      </p:pic>
      <p:pic>
        <p:nvPicPr>
          <p:cNvPr id="4" name="Picture 3" descr="m1013_full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99" y="864000"/>
            <a:ext cx="5616000" cy="315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" y="4068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181D"/>
                </a:solidFill>
                <a:latin typeface="맑은 고딕"/>
              </a:rPr>
              <a:t>③ m1013_full_alone.png — 측면에서 본 로봇 전신 + 테이블·큐브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999" y="4068000"/>
            <a:ext cx="56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181D"/>
                </a:solidFill>
                <a:latin typeface="맑은 고딕"/>
              </a:rPr>
              <a:t>④ m1013_full_scene.png — 정면에서 본 씬 전경 (배치 관계가 한눈에)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4536000"/>
            <a:ext cx="11520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5181D"/>
                </a:solidFill>
                <a:latin typeface="맑은 고딕"/>
              </a:rPr>
              <a:t>▪  무엇: 물리 검증에 쓴 씬 그대로 — 테이블(상판 z 0.375m) + 35mm 파란 큐브 + 홈 자세 로봇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5181D"/>
                </a:solidFill>
                <a:latin typeface="맑은 고딕"/>
              </a:rPr>
              <a:t>▪  용도: 씬 구성을 설명할 때 (랩미팅 9장 'STEP 3' 보조, 또는 향후 자료의 씬 소개 컷)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④ 는 로봇-테이블-큐브의 배치 관계(오프셋 d 가 반영된 위치)가 보여서 배치 설명에 적합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5181D"/>
                </a:solidFill>
                <a:latin typeface="Consolas"/>
              </a:rPr>
              <a:t>▪  재생성: cd /home/kim/isaacsim &amp;&amp; ./python.sh /home/kim/m1013/capture_m1013.py   (--bare 없이)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전이 · 산출물 카탈로그 2026-08-21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03 영상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영상 — 정책 예측 궤적의 물리 재생 (오늘 신규 생성)</a:t>
            </a:r>
          </a:p>
        </p:txBody>
      </p:sp>
      <p:pic>
        <p:nvPicPr>
          <p:cNvPr id="3" name="Picture 2" descr="02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864000"/>
            <a:ext cx="3744000" cy="2106000"/>
          </a:xfrm>
          <a:prstGeom prst="rect">
            <a:avLst/>
          </a:prstGeom>
        </p:spPr>
      </p:pic>
      <p:pic>
        <p:nvPicPr>
          <p:cNvPr id="4" name="Picture 3" descr="03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000" y="864000"/>
            <a:ext cx="3744000" cy="2106000"/>
          </a:xfrm>
          <a:prstGeom prst="rect">
            <a:avLst/>
          </a:prstGeom>
        </p:spPr>
      </p:pic>
      <p:pic>
        <p:nvPicPr>
          <p:cNvPr id="5" name="Picture 4" descr="03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000" y="864000"/>
            <a:ext cx="3744000" cy="210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00" y="2988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626B78"/>
                </a:solidFill>
                <a:latin typeface="맑은 고딕"/>
              </a:rPr>
              <a:t>replay_pred_ep0.mp4 의 대표 프레임 — 파지 · 운반 · 놓기 (1280×720, 15fps ≈ 실시간, 20초)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4000" y="3348000"/>
          <a:ext cx="11555999" cy="206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80"/>
                <a:gridCol w="10053719"/>
              </a:tblGrid>
              <a:tr h="41399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Consolas"/>
                        </a:rPr>
                        <a:t>sim_out/replay_pred_ep0.mp4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ACT 정책이 예측한 ep0 관절 궤적을 Isaac 물리로 실행 — 집기→운반→놓기 완주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성공 · 놓기 오차 7.8mm · 관절 추종 1.1° (어제 결과 동일 재현)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181D"/>
                          </a:solidFill>
                          <a:latin typeface="맑은 고딕"/>
                        </a:rPr>
                        <a:t>랩미팅 11장 '최종 결과' 의 [정책 실행 영상] 점선 자리에 삽입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4000" y="5544000"/>
            <a:ext cx="1152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5181D"/>
                </a:solidFill>
                <a:latin typeface="맑은 고딕"/>
              </a:rPr>
              <a:t>▪  재생성 (2단계): ① 재생+프레임 캡처 → ② mp4 조립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5181D"/>
                </a:solidFill>
                <a:latin typeface="Consolas"/>
              </a:rPr>
              <a:t>–  ./python.sh replay_isaac.py --pred-npz ep000_pred_m1013v6.npz --video --label pred_ep0</a:t>
            </a:r>
          </a:p>
          <a:p>
            <a:pPr lvl="1">
              <a:spcAft>
                <a:spcPts val="600"/>
              </a:spcAft>
            </a:pPr>
            <a:r>
              <a:rPr sz="1150" b="0">
                <a:solidFill>
                  <a:srgbClr val="15181D"/>
                </a:solidFill>
                <a:latin typeface="Consolas"/>
              </a:rPr>
              <a:t>–  ./python.sh frames_to_mp4.py pred_ep0   (경로 생략 — 실제로는 /home/kim/m1013/ 접두)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전이 · 산출물 카탈로그 2026-08-21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04 매핑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랩미팅(8/24) 자료 삽입 매핑 — 어느 슬라이드에 무엇을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972000"/>
          <a:ext cx="11556000" cy="3023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300"/>
                <a:gridCol w="2407500"/>
                <a:gridCol w="5874300"/>
                <a:gridCol w="1251900"/>
              </a:tblGrid>
              <a:tr h="50399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랩미팅 슬라이드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점선 자리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넣을 파일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57600" marR="57600" marT="18000" marB="18000" anchor="ctr">
                    <a:solidFill>
                      <a:srgbClr val="2F3D9E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2장 배경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두산 M1013 사진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Consolas"/>
                        </a:rPr>
                        <a:t>m1013_only_side.png 또는 실물 제품 사진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오늘 생성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4장 에셋 검증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Isaac 에 로드된 M1013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Consolas"/>
                        </a:rPr>
                        <a:t>m1013_only_side.png (로고 보임)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오늘 생성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7장 트러블슈팅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파지 실패 영상 2편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Consolas"/>
                        </a:rPr>
                        <a:t>grasp_fail_35mm.mp4 · grasp_fail_35mm_closeup.mp4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기존 (8/20)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9장 물리 검증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성공 영상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Consolas"/>
                        </a:rPr>
                        <a:t>replay_35mm_success.mp4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기존 (8/20)</a:t>
                      </a:r>
                    </a:p>
                  </a:txBody>
                  <a:tcPr marL="57600" marR="57600" marT="18000" marB="18000" anchor="ctr">
                    <a:solidFill>
                      <a:srgbClr val="EDEFF3"/>
                    </a:solidFill>
                  </a:tcPr>
                </a:tc>
              </a:tr>
              <a:tr h="503999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11장 최종 결과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맑은 고딕"/>
                        </a:rPr>
                        <a:t>정책 실행 영상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5181D"/>
                          </a:solidFill>
                          <a:latin typeface="Consolas"/>
                        </a:rPr>
                        <a:t>replay_pred_ep0.mp4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6B4A"/>
                          </a:solidFill>
                          <a:latin typeface="맑은 고딕"/>
                        </a:rPr>
                        <a:t>오늘 생성</a:t>
                      </a:r>
                    </a:p>
                  </a:txBody>
                  <a:tcPr marL="57600" marR="576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4000" y="4176000"/>
            <a:ext cx="11520000" cy="20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5181D"/>
                </a:solidFill>
                <a:latin typeface="맑은 고딕"/>
              </a:rPr>
              <a:t>▪  모든 파일 위치: /home/kim/m1013/sim_out/  (git 커밋됨 — mp4 포함, 프레임 PNG 폴더는 제외)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5181D"/>
                </a:solidFill>
                <a:latin typeface="맑은 고딕"/>
              </a:rPr>
              <a:t>▪  이것으로 랩미팅 점선 자리 중 실물 사진(2장, 선택)을 빼고 전부 채울 수 있음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5181D"/>
                </a:solidFill>
                <a:latin typeface="맑은 고딕"/>
              </a:rPr>
              <a:t>–  9장 스냅샷 3장과 11장 대표 프레임은 이미 PPT 에 박혀 있음 — 영상만 끌어다 넣으면 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전이 · 산출물 카탈로그 2026-08-21 · 이채원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