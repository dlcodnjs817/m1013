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655999"/>
            <a:ext cx="106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OMX 시연의 TX2-90 전이학습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B9C2F0"/>
                </a:solidFill>
                <a:latin typeface="맑은 고딕"/>
              </a:rPr>
              <a:t>EE pose 정책(v5)에서 joint 정책(v6)까지 — 시뮬레이션 검증 완료</a:t>
            </a:r>
          </a:p>
          <a:p>
            <a:pPr>
              <a:spcBef>
                <a:spcPts val="3000"/>
              </a:spcBef>
            </a:pPr>
            <a:r>
              <a:rPr sz="1500" b="1">
                <a:solidFill>
                  <a:srgbClr val="FFFFFF"/>
                </a:solidFill>
                <a:latin typeface="맑은 고딕"/>
              </a:rPr>
              <a:t>좌표 이식 residual 0.02 mm   |   v5 자세오차 1.8°   |   v6 관절오차 ~1.1°   |   실행 시 IK 호출 0회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46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9C2F0"/>
                </a:solidFill>
                <a:latin typeface="맑은 고딕"/>
              </a:rPr>
              <a:t>랩미팅 · 2026-08-18 (화) · 이채원 · 한국생산기술연구원 현장실습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01 요약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3일 요약 — 변환 파이프라인 완성 · 모델 2종 학습 · 시뮬 검증 완료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72000"/>
          <a:ext cx="11555998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869"/>
                <a:gridCol w="7034086"/>
                <a:gridCol w="3517043"/>
              </a:tblGrid>
              <a:tr h="6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날짜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한 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핵심 결과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8/12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OMX 데이터 분석·FK 검증 → 4코너 실측 → Umeyama 유사변환 → TX90 EE 데이터셋 조립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residual 0.02 mm — 좌표 이식 완료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8/13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오일러 wrap 결함 발견·수정(v5) → ACT 100k 재학습 → RViz 재생 배선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81D"/>
                          </a:solidFill>
                          <a:latin typeface="맑은 고딕"/>
                        </a:rPr>
                        <a:t>자세오차 평균 28.9° → 1.8°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8/14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D"/>
                          </a:solidFill>
                          <a:latin typeface="맑은 고딕"/>
                        </a:rPr>
                        <a:t>EE→joint 오프라인 IK 변환(v6) → ACT 100k 재학습 → IK 없는 RViz 재생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81D"/>
                          </a:solidFill>
                          <a:latin typeface="맑은 고딕"/>
                        </a:rPr>
                        <a:t>관절오차 ~1.1° · 실행 IK 0회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816000"/>
            <a:ext cx="11520000" cy="24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현재 위치: 시뮬레이션(RViz)에서 할 수 있는 검증은 끝났다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159개 시연 전체가 TX90 관절 궤적으로 번역되어 있고, 두 정책(v5·v6) 모두 정확도 확인 완료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다음 무대 두 개 (병렬 진행)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Isaac Sim — 물리 엔진 위에서 "실제로 집히는가" + closed-loop 첫 가동 (우리가 바로 시작 가능)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Stäubli 외부 제어 — CS9 velocity 확장 계정·견적 확인 (사람이 뚫어야 하는 관문)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02 지도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전체 그림 — 같은 159개 시연이 표현만 바꿔가며 내려온다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07999"/>
            <a:ext cx="1745999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OMX 시연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관절 기록 162ep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(OpenManipulator-X)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80799" y="1367999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39999" y="1007999"/>
            <a:ext cx="1745999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OMX EE pose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FK 계산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(fk_omx.py)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96798" y="1367999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5998" y="1007999"/>
            <a:ext cx="1745999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TX90 EE pose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Umeyama + 툴 보정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= 좌표 이식 (8/12)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12797" y="1367999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71997" y="1007999"/>
            <a:ext cx="1745999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데이터셋 v5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wrap 수정 → 모델 v5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EE 출력 (8/13)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28796" y="1367999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7996" y="1007999"/>
            <a:ext cx="1745999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데이터셋 v6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오프라인 IK → 모델 v6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joint 출력 (8/14)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44795" y="1367999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03995" y="1007999"/>
            <a:ext cx="1745999" cy="900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v7 (예정)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실기 수집 + 이어학습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TX90 카메라 장면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2196000"/>
            <a:ext cx="1152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읽는 법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시연의 '내용'(주사위 pick &amp; place 동작 패턴)은 끝까지 같고, 숫자의 '언어'만 단계마다 바뀐다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OMX 관절각  →  OMX 손끝 위치  →  TX90 손끝 위치  →  TX90 관절각  순서의 번역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모델 구조는 내내 동일 (ACT) — 바뀐 것은 가르친 데이터뿐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v5 와 v6 는 같은 시연에서 나온 형제 — v6 는 "모델 v5 의 출력"이 아니라 원본 시연을 다시 번역한 것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그래서 v5 노선(EE·로봇 중립)도 폐기하지 않고 병행 유지 — 다른 로봇으로 옮길 때의 보험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9331D"/>
                </a:solidFill>
                <a:latin typeface="맑은 고딕"/>
              </a:rPr>
              <a:t>▪  카메라 영상만은 번역 불가 — 끝까지 OMX 장면 (시각 도메인 갭, v7 에서 해소 예정)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03 기반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기반 (8/12) — Umeyama 유사변환으로 OMX 좌표를 TX90 좌표로 이식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대응점: 양쪽 작업 사각형의 4코너 — OMX 는 시연 궤적 분석으로, TX90 은 펜던트 실측으로 획득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OMX 쪽 사각형 241 × 361 mm (grasp/release 지점 기준) · TX90 쪽 동일 크기 테이프 사각형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결과: s = 0.9998 (≈1) · R ≈ I · t = [+0.500, −0.014, +0.306] m · residual 0.02 mm — 사실상 순수 평행이동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이식 과정에서 잡은 함정 2가지 (놓쳤으면 궤적 전체가 틀어졌음)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펜던트 World 원점 = base_link 가 아니라 +478 mm 위의 base 링크 → 보정 안 하면 궤적이 478 mm 내려감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OMX 와 TX90 의 툴 프레임 접근축이 90° 다름 → Ry(+90°) 보정 안 하면 그리퍼가 수평으로 누움</a:t>
            </a:r>
          </a:p>
        </p:txBody>
      </p:sp>
      <p:pic>
        <p:nvPicPr>
          <p:cNvPr id="4" name="Picture 3" descr="OMX_작업공간 추출 위한 시각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600000"/>
            <a:ext cx="11520000" cy="2742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637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OMX 시연 전체 궤적 분석 — 왼쪽부터: XY 평면(빨강 = 작업 사각형·grasp/release 지점) · XZ 측면 · 높이 분포 · 그리퍼 개폐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compute_transform.py · transform.npy · 데이터셋 v4 (TX90 EE pose)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04 정제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 정제 — 162 → 159 에피소드, 오일러 wrap 결함 수정 = 데이터셋 v5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6336000" cy="54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전수 검사로 불량 시연 4개 제외 → 159 ep · 76,345 프레임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ep0 카메라 좌우 뒤바뀜 · ep62 그리퍼 미작동 · ep111/115 과제 실패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치명 결함: 오일러 각의 ±π 경계 점프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그리퍼가 수직 아래를 보는 자세라 rx·rz 가 ±π 근처에 몰림 → 저장값이 프레임 사이에 ~2π 씩 점프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MSE 로 학습하는 ACT 가 불연속의 '중간값'을 예측 → 자세오차 87° (v4, 10k 스텝 실측)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수정: rx·rz 를 [0, 2π) 로 재매핑 — 데이터가 π 중심이라 새 경계에 닿는 프레임이 0개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효과 (open-loop, 정답 대비)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–  자세오차 평균 28.9° → 1.8° · 최대 177° → 7.6°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626B78"/>
                </a:solidFill>
                <a:latin typeface="맑은 고딕"/>
              </a:rPr>
              <a:t>▪  교훈: 각도 표현의 불연속은 회귀 학습을 조용히 망가뜨린다 — 데이터 분포를 먼저 봐야 잡힌다</a:t>
            </a:r>
          </a:p>
        </p:txBody>
      </p:sp>
      <p:pic>
        <p:nvPicPr>
          <p:cNvPr id="4" name="Picture 3" descr="all_episode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936000"/>
            <a:ext cx="5040000" cy="2785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0000" y="3780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162개 에피소드 전수 요약 (grasp/release 위치·높이·시점) — 깨끗 149 · 재시도 13(유지) · 불량 4(제외)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fix_euler_wrap.py → 데이터셋 v5 (tx90_act_pick_and_place_v5_ee)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05 v5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모델 v5 (EE pose 출력) — 정확도는 충분, 그러나 실행에 IK 가 필요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6911998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999"/>
                <a:gridCol w="4967999"/>
              </a:tblGrid>
              <a:tr h="45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ACT 100,000 스텝 · 약 3시간 · 최종 loss 0.061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자세 오차 (open-loop)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평균 1.5~2.2° · 최대 7.6°  (wrap 수정 전 28.9°)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위치 오차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평균 6~14 mm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그리퍼 개폐 일치율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95~99.5%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RViz 재생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MoveIt2 IK 로 관절 번역 후 재생 — 작업대 −10 cm 이동 시 52/52 성공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960000"/>
            <a:ext cx="6912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정책 자체는 시연을 거의 완벽히 재현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그러나 출력이 '손끝 위치'라서, 로봇이 알아들으려면 매번 IK 번역이 필요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A9331D"/>
                </a:solidFill>
                <a:latin typeface="맑은 고딕"/>
              </a:rPr>
              <a:t>–  이 번역 과정에서 문제가 드러남 → 다음 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60000" y="936000"/>
            <a:ext cx="4320000" cy="2448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F3D9E"/>
                </a:solidFill>
                <a:latin typeface="맑은 고딕"/>
              </a:rPr>
              <a:t>▶  v5 RViz 시뮬레이션 영상</a:t>
            </a:r>
          </a:p>
          <a:p>
            <a:pPr algn="ctr"/>
            <a:r>
              <a:rPr sz="1200" b="0">
                <a:solidFill>
                  <a:srgbClr val="626B78"/>
                </a:solidFill>
                <a:latin typeface="맑은 고딕"/>
              </a:rPr>
              <a:t>발표 전 이 자리에 영상 삽입</a:t>
            </a:r>
          </a:p>
        </p:txBody>
      </p:sp>
      <p:pic>
        <p:nvPicPr>
          <p:cNvPr id="6" name="Picture 5" descr="replay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3564000"/>
            <a:ext cx="2359843" cy="25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8000" y="3564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RViz 재생 정지화면 (TX2-90, 예측 궤적)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run_policy_tx90.py (predict / replay) · /root/train_tx90_act_v5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06 전환 이유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v5 의 한계 — 실행할 때마다 IK 를 푸는 구조가 병목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2736000" cy="827999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모델 v5 출력</a:t>
            </a:r>
          </a:p>
          <a:p>
            <a:pPr algn="ctr"/>
            <a:r>
              <a:rPr sz="1100" b="0">
                <a:solidFill>
                  <a:srgbClr val="15181D"/>
                </a:solidFill>
                <a:latin typeface="맑은 고딕"/>
              </a:rPr>
              <a:t>손끝 위치·자세 (EE pose)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4000" y="936000"/>
            <a:ext cx="3096000" cy="827999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IK 번역 (런타임)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"이 손끝 = 관절 몇 도?"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3999" y="936000"/>
            <a:ext cx="2736000" cy="827999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관절 명령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로봇이 알아듣는 언어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96000" y="1260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6516000" y="1260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2015999"/>
            <a:ext cx="11520000" cy="42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빨간 상자(런타임 IK)에서 실제로 겪은 문제 3가지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느리고 불확실 — 청크마다 0.1~0.5초, 실패 가능. 실시간(30Hz) 제어에 치명적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손목 특이점 — 이 작업 자세의 IK 해가 특이점(j5≈0°) 근처라 waypoint 가 끊김 (초기 재생 44/52)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손목 공회전 — IK 가 특이점 근처의 '헐거운' 자유도 안에서 표류 → j4/j6 가 태스크와 무관하게 헛돎 (영상에서 보임)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시드 체인·브랜치 거부 등으로 완화했지만, "실행 중에 푼다"는 구조 자체가 남긴 리스크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A9331D"/>
                </a:solidFill>
                <a:latin typeface="맑은 고딕"/>
              </a:rPr>
              <a:t>–  실기라면 공회전은 실제 모터 동작 — 마모 · 케이블 꼬임 · 관절 한계 정지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2F3D9E"/>
                </a:solidFill>
                <a:latin typeface="맑은 고딕"/>
              </a:rPr>
              <a:t>▪  전환 아이디어: IK 를 실행 시점에서 데이터 준비 시점으로 옮기자</a:t>
            </a:r>
          </a:p>
          <a:p>
            <a:pPr lvl="1">
              <a:spcAft>
                <a:spcPts val="6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–  오프라인에서는 시간 제약이 없다 — 전역 탐색(DP)·재시도·전수 검증까지 하고, 실행 때는 IK 를 아예 안 푼다</a:t>
            </a:r>
          </a:p>
          <a:p>
            <a:pPr lvl="1"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–  이것이 v6 = joint 출력 모델 (박사님이 말씀하신 "디코더에서 joint 출력"의 구현)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07 v6 입출력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v5 vs v6 — 모델 구조는 동일, 입출력 벡터의 '의미'만 교체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27999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F3D9E"/>
                </a:solidFill>
                <a:latin typeface="맑은 고딕"/>
              </a:rPr>
              <a:t>▪  모델 v5 — EE pose 를 읽고 EE pose 를 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134000"/>
            <a:ext cx="2448000" cy="90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15181D"/>
                </a:solidFill>
                <a:latin typeface="맑은 고딕"/>
              </a:rPr>
              <a:t>입력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카메라 2대 480×640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+ state 7D [x,y,z,rx,ry,rz,grip]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0000" y="1134000"/>
            <a:ext cx="309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ACT (공통 구조)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ResNet18×2 + Transformer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디코더 쿼리 100개 = 청크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3999" y="1134000"/>
            <a:ext cx="5400000" cy="900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출력: EE pose 청크 100×7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예) [0.777, −0.125, 0.386, 3.38, 0.84, 3.10, 0.451]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→ 실행하려면 IK 번역 필요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9200" y="149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163200" y="149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2196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F6B4A"/>
                </a:solidFill>
                <a:latin typeface="맑은 고딕"/>
              </a:rPr>
              <a:t>▪  모델 v6 — joint 를 읽고 joint 를 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2502000"/>
            <a:ext cx="2448000" cy="90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15181D"/>
                </a:solidFill>
                <a:latin typeface="맑은 고딕"/>
              </a:rPr>
              <a:t>입력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카메라 2대 (완전 동일)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+ state 7D [j1…j6, grip]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0000" y="2502000"/>
            <a:ext cx="3096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ACT (완전 동일 구조)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가중치만 v6 데이터로 재학습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(100k 스텝 · 2.9시간)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3999" y="2502000"/>
            <a:ext cx="5400000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출력: joint 청크 100×7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예) [0.1°, 35.9°, 115.1°, 42.2°, −24.1°, −37.5°, 0.451]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→ 그대로 로봇 명령 (IK 불필요)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79200" y="286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163200" y="286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3636000"/>
            <a:ext cx="1152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5181D"/>
                </a:solidFill>
                <a:latin typeface="맑은 고딕"/>
              </a:rPr>
              <a:t>▪  두 예시 벡터는 같은 순간(에피소드 0, 집는 순간 t=227)의 실제 데이터 — 같은 사건의 두 언어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v5: "손끝을 (0.777, −0.125, 0.386) m 에, 자세 (194°, 48°, 178°) 로, 그리퍼 닫아라"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v6: "관절 6개를 (0.1°, 35.9°, 115.1°, 42.2°, −24.1°, −37.5°) 로, 그리퍼 닫아라"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입력의 state 도 같은 원리로 교체: 현재 EE pose → 현재 관절각 (로봇의 고유감각)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626B78"/>
                </a:solidFill>
                <a:latin typeface="맑은 고딕"/>
              </a:rPr>
              <a:t>–  실기에서 로봇이 실제로 재는 것도 관절각(엔코더)뿐 — EE pose 는 언제나 FK 로 계산한 2차 값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안 바뀐 것: 카메라 영상 · 그리퍼 값 · 청크 100 · 학습 손실 — "어떤 모델이냐"가 아니라 "무엇을 가르쳤냐"의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실측 값 출처: 각 데이터셋 episode_000000.parquet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08 v6 변환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데이터셋 v5 → v6 변환 — 오프라인 IK, 규약 5가지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31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73"/>
                <a:gridCol w="4834653"/>
                <a:gridCol w="6249673"/>
              </a:tblGrid>
              <a:tr h="52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규약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작업대 오프셋 (x −0.20, y +0.15) m 적용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159개 전체가 손목 특이점을 벗어나는 위치 (28종 스윕으로 탐색)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7프레임 이동평균 평활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OMX 시연의 손떨림 지터 제거 — IK 를 흔드는 원인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앵커 IK — 6Hz 만 IK, 사이는 관절 선형 보간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특이점을 관절 공간에서 무리 없이 통과 (30Hz 전 프레임 IK 는 실패율 30%)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state[t] = action[t−1] 로 재정의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OMX 측정 노이즈 배제 · 연속성 자동 보장 (완전 추종 가정)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그리디 실패 시 DP 전역 탐색 폴백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에피소드 전체를 보고 관절 배치(브랜치) 일관 선택 — 런타임 IK 는 불가능한 사치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176000"/>
            <a:ext cx="741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B4A"/>
                </a:solidFill>
                <a:latin typeface="맑은 고딕"/>
              </a:rPr>
              <a:t>▪  결과: 159 / 159 에피소드 변환 성공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그리디 체인 158 + DP 폴백 1 (ep143)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오프라인이라 가능했던 것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시간 제약 없음 → 오프셋 28종 × 159 에피소드 전수 스윕, 전역 탐색, 4종 검증까지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626B78"/>
                </a:solidFill>
                <a:latin typeface="맑은 고딕"/>
              </a:rPr>
              <a:t>–  런타임 IK 는 미래를 모르니 그 자리 최선(그리디)밖에 못 함 — 이것이 v6 방식의 본질적 이점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영상·그리퍼·타임스탬프는 그대로 — 숫자 6개의 언어만 교체</a:t>
            </a:r>
          </a:p>
        </p:txBody>
      </p:sp>
      <p:pic>
        <p:nvPicPr>
          <p:cNvPr id="5" name="Picture 4" descr="cam1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00" y="4176000"/>
            <a:ext cx="1908000" cy="1431000"/>
          </a:xfrm>
          <a:prstGeom prst="rect">
            <a:avLst/>
          </a:prstGeom>
        </p:spPr>
      </p:pic>
      <p:pic>
        <p:nvPicPr>
          <p:cNvPr id="6" name="Picture 5" descr="cam2_gra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000" y="4176000"/>
            <a:ext cx="1908000" cy="143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92000" y="5652000"/>
            <a:ext cx="38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t=227 의 두 카메라 — v5·v6 에서 픽셀 단위로 동일 (OMX 장면 = 시각 도메인 갭의 실체)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convert_v6.py · 규약 전체는 v6 meta/conversion_meta.json 에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09 검증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데이터셋 v6 검증 4종 통과 — 작업대 위치는 (−20 cm, +15 cm) 로 갱신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8" cy="2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347"/>
                <a:gridCol w="4396304"/>
                <a:gridCol w="4019478"/>
                <a:gridCol w="1004869"/>
              </a:tblGrid>
              <a:tr h="486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변환 완전성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159 에피소드 앵커 체인 (+DP 폴백)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159/159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연속성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30Hz 프레임 간 max|Δjoint| 전수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최대 16.2° · 평균 4.9° (임계 30°)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FK 역검증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관절 → 손끝 왕복 계산 비교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위치 ≤5.1 mm · 자세 ≤1.0°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다봉성 (kNN)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같은 입력 → 다른 관절 출력 쌍 탐색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4,770 샘플 중 0건 — 단봉 확인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4000" y="3636000"/>
            <a:ext cx="11556000" cy="1872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A93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08000" rIns="180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A9331D"/>
                </a:solidFill>
                <a:latin typeface="맑은 고딕"/>
              </a:rPr>
              <a:t>⚠ 결정 갱신 — 작업대(테이프 사각형) 위치: 로봇 기준 몸쪽 20 cm + 왼쪽 15 cm 이동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어제의 −10 cm 는 예측 궤적 1개 기준이었음 → 전체 159개 기준으로 28종 스윕: (−0.10, 0) 은 131개만 통과, (−0.20, +0.15) 에서 159개 전부 통과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±2 cm 여유 있는 고원 지대라 실측 오차에 강건</a:t>
            </a:r>
          </a:p>
          <a:p>
            <a:pPr lvl="1"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–  실기 적용 시 테이프 사각형을 이 위치로 옮겨야 함 — v6 데이터에 이미 구워진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6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▪  남은 주의 1건: 특이점 통과 순간 최대 16.2°/frame 스윙 잔존 → 실기는 감속 실행 + 안전 필터(|Δjoint| 한계) 전제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검증 리포트: v6 meta/conversion_report.json · knn_check.py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10 v6 결과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모델 v6 결과 — v5 급 정확도, IK 호출 0회의 실행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6911998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999"/>
                <a:gridCol w="4607999"/>
              </a:tblGrid>
              <a:tr h="45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ACT 100,000 스텝 · 2.9시간 · 최종 loss 0.052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관절 오차 (open-loop, 3개 ep)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평균 0.93~1.55° · 중앙값 0.4~0.6°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그리퍼 개폐 일치율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96.8~99.2%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출력 연속성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프레임 간 평균 0.32° (청크 경계 점프 1건 → 안전 필터로 처리)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RViz 재생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예측 joint 직접 발행 — IK 호출 0회, 20초 전 구간 매끄러움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960000"/>
            <a:ext cx="6912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영상 비교 포인트: v5 에서 계속 헛돌던 4번 손목 축이 v6 에선 돌지 않는다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특이점에서 먼 작업 위치 + 변환 규약 + 학습의 평활 — 3겹으로 원인 제거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626B78"/>
                </a:solidFill>
                <a:latin typeface="맑은 고딕"/>
              </a:rPr>
              <a:t>–  손끝 궤적은 두 방식이 사실상 동일 — 다른 것은 손목이 헛도느냐뿐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실기 함의: worst-case 지연이 상수(추론 + 뺄셈 필터), "IK 안 풀리면?" 원천 봉쇄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60000" y="936000"/>
            <a:ext cx="4320000" cy="2448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F3D9E"/>
                </a:solidFill>
                <a:latin typeface="맑은 고딕"/>
              </a:rPr>
              <a:t>▶  v6 RViz 시뮬레이션 영상</a:t>
            </a:r>
          </a:p>
          <a:p>
            <a:pPr algn="ctr"/>
            <a:r>
              <a:rPr sz="1200" b="0">
                <a:solidFill>
                  <a:srgbClr val="626B78"/>
                </a:solidFill>
                <a:latin typeface="맑은 고딕"/>
              </a:rPr>
              <a:t>발표 전 이 자리에 영상 삽입</a:t>
            </a:r>
          </a:p>
        </p:txBody>
      </p:sp>
      <p:pic>
        <p:nvPicPr>
          <p:cNvPr id="6" name="Picture 5" descr="v6_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3564000"/>
            <a:ext cx="2359843" cy="25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8000" y="3564000"/>
            <a:ext cx="18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v6 무IK 재생 정지화면 — 작업대 오프셋이 반영된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eval_v6.py · replay_v6.py · /root/train_tx90_act_v6_joint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11 데이터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같은 시연, 두 가지 표현 — 데이터셋 v5(EE) · v6(joint) 전수 분석</a:t>
            </a:r>
          </a:p>
        </p:txBody>
      </p:sp>
      <p:pic>
        <p:nvPicPr>
          <p:cNvPr id="3" name="Picture 2" descr="tx90_v5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46000"/>
            <a:ext cx="11520000" cy="2635009"/>
          </a:xfrm>
          <a:prstGeom prst="rect">
            <a:avLst/>
          </a:prstGeom>
        </p:spPr>
      </p:pic>
      <p:pic>
        <p:nvPicPr>
          <p:cNvPr id="4" name="Picture 3" descr="tx90_v6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3546000"/>
            <a:ext cx="11520000" cy="2635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6246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26B78"/>
                </a:solidFill>
                <a:latin typeface="맑은 고딕"/>
              </a:rPr>
              <a:t>위 = v5 (TX90 손끝 좌표) · 아래 = v6 (오프셋 반영 실행 위치 · 관절별 분포와 한계 여유 · 연속성) — grasp(빨강)/release(파랑) 패턴과 그리퍼 쌍봉은 동일, 표현만 다름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plot_v5_v6_workspace.py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12 현재 위치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현재 위치 — 지금까지는 전부 open-loop, closed-loop 는 루프의 양 끝이 없다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72000"/>
            <a:ext cx="3600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① open-loop 재생  ✔ 완료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녹화 관측 → 추론 → 통째 재생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(지금의 RViz 검증)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4000" y="972000"/>
            <a:ext cx="3600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② 재계획형 closed-loop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청크마다 관측 → 실행 (stop-and-go)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Isaac Sim → 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3999" y="972000"/>
            <a:ext cx="3636000" cy="93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③ 반응형 closed-loop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실행 중 재추론·청크 이어붙이기 (30Hz)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= "실시간 action chunk"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41999" y="1350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902000" y="1350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2160000"/>
            <a:ext cx="11520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지금의 재생이 open-loop 인 이유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관측(카메라 영상)이 녹화본 — 실행 중 주사위를 옮겨도 정책은 모른다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closed-loop 로 못 넘어가는 이유는 모델이 아니라 인프라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살아있는 관측이 없다 — TX90 에 카메라 미설치 + 학습 영상이 OMX 장면 (시각 도메인 갭)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명령 받을 로봇이 없다 — RViz 는 물리 없는 표시 전용, 실기는 외부 제어 미개통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F3D9E"/>
                </a:solidFill>
                <a:latin typeface="맑은 고딕"/>
              </a:rPr>
              <a:t>▪  청크 출력 자체는 이미 작동 중 — 추론 1회 = 100스텝(3.3초), 반응형 전환은 설정 변경이지 재학습이 아님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n_action_steps 축소(청크 일부만 쓰고 재추론) + 비동기 추론(실행과 겹침) + temporal ensembling(청크 이어붙임) — 전부 ACT 내장·검증된 표준 배포법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반응 지연 ≈ 재추론 주기 + 추론 시간 ≈ 0.1초 이내 — "주사위를 옮기면 다음 청크가 따라온다"의 실체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13 준비물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실시간 청크(반응형)까지 준비물 — 관문은 하나, 나머지는 병렬 진행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640"/>
                <a:gridCol w="6124680"/>
                <a:gridCol w="3235679"/>
              </a:tblGrid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A. 로봇 명령 통로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VAL3 드라이버 (공식 ROS, 무료) — 재계획형까지 가능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조사 완료, 설치 대기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CS9 velocity/motion 확장 — 4ms 연속 추종, 반응형의 열쇠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A9331D"/>
                          </a:solidFill>
                          <a:latin typeface="맑은 고딕"/>
                        </a:rPr>
                        <a:t>최대 관문 — 계정·견적 확인 필요 (사람 몫)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B. 관측 (정책의 눈)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TX90 에 카메라 2대 고정 마운트 + 그리퍼 장착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미착수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실기 시연 30~50ep 수집 → 전이학습 v7 (시각 갭 + state 실측화)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개통 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C. 실행기 (코드)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비동기 추론 러너 + n_action_steps/앙상블 설정 + 안전 필터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6B4A"/>
                          </a:solidFill>
                          <a:latin typeface="맑은 고딕"/>
                        </a:rPr>
                        <a:t>Isaac Sim 에서 실기 없이 전부 완성 가능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D. 배치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테이프 사각형을 (−20 cm, +15 cm) 위치로 이동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v6 데이터 좌표 확정됨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896000"/>
            <a:ext cx="115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5181D"/>
                </a:solidFill>
                <a:latin typeface="맑은 고딕"/>
              </a:rPr>
              <a:t>▪  핵심: 사람이 뚫어야 하는 관문은 A 의 velocity 확장 하나 — B·C·D 는 그와 무관하게 병렬 진행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v7 전이학습: 사람이 조종하는 게 아니라, 검증된 v6 궤적을 로봇이 실행하는 동안 TX90 카메라+엔코더를 녹화 → 이어학습 (30~50개면 충분 — 새로 배우는 건 화면 해석뿐)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626B78"/>
                </a:solidFill>
                <a:latin typeface="맑은 고딕"/>
              </a:rPr>
              <a:t>–  velocity 확장이 불가로 판명되면: 실기는 재계획형(VAL3 만으로 가능)으로 마무리, 반응형 연구는 Isaac Sim 에서 완결 — 플랜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참고: staubli_val3_driver · adaptive_motion_control (FAU-FAPS) · LeRobot 비동기 스택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14 Isaac Sim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Isaac Sim — 실기 개통을 기다리는 동안 closed-loop 를 미리 완성하는 무대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왜 (한 문장): 실기 closed-loop 의 두 관문 — 명령 통로(A)와 살아있는 관측(B) — 이 Isaac Sim 안에서는 둘 다 공짜다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시뮬 로봇은 매 스텝 관절 명령을 그냥 받고, 렌더 카메라는 원하는 위치·화각으로 즉시 설치 가능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그리고 RViz 는 물리가 없는 애니메이션 — "그리퍼가 주사위를 실제로 집는가" 는 Isaac Sim 이 처음 답할 수 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2412000"/>
          <a:ext cx="11555999" cy="2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200"/>
                <a:gridCol w="7447200"/>
                <a:gridCol w="1797599"/>
              </a:tblGrid>
              <a:tr h="61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① 물리 검증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v6 관절 궤적을 물리 엔진 위에서 재생 — 실제로 집히는지·충돌 없는지 첫 증명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이번 주 목표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② closed-loop 첫 가동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렌더 카메라(관측) + 물리 로봇(실행)으로 루프 최초 가동 — 재계획형·반응형 실험, 실행기(C) 튜닝을 실기 전에 완료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그 다음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③ 데이터 합성 (선택)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TX90 장면 렌더로 시연 자동 생성 + 도메인 랜덤화 — 실기 수집 부담 축소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필요시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5076000"/>
            <a:ext cx="115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전략적 의미: Isaac Sim 트랙은 Stäubli 견적 결과와 무관하게 진행된다 — 최악의 경우에도 반응형 연구는 sim 에서 완결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바로 시작 가능한 자산: tx2_90.urdf (검증된 URDF) + 테이블·주사위 좌표 (v6 데이터 기준) + ROS2 브리지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F3D9E"/>
                </a:solidFill>
                <a:latin typeface="맑은 고딕"/>
              </a:rPr>
              <a:t>–  성공 판정 데모: "실행 중에 주사위를 옮기면 다음 청크가 따라오는가"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NVIDIA Isaac Sim · URDF 임포트 → 장면 구성 → v6 재생 → closed-loop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15 로드맵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로드맵 — 완료 · 진행 · 예정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000"/>
                <a:gridCol w="1540800"/>
                <a:gridCol w="4237200"/>
              </a:tblGrid>
              <a:tr h="486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OMX 분석 → 좌표 이식 → v5 학습·RViz 검증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8/12~13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v6 joint 데이터셋 · 모델 · 무IK 재생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8/14 — v5(EE)·v6(joint) 두 노선 확보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Stäubli 계정 · velocity 확장 견적 확인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A9331D"/>
                          </a:solidFill>
                          <a:latin typeface="맑은 고딕"/>
                        </a:rPr>
                        <a:t>진행 필요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반응형의 상한을 결정하는 관문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Isaac Sim: URDF 임포트 → v6 물리 재생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A9331D"/>
                          </a:solidFill>
                          <a:latin typeface="맑은 고딕"/>
                        </a:rPr>
                        <a:t>이번 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closed-loop 의 첫 무대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Isaac Sim: closed-loop + 실행기 완성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A6A00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재계획형 → 반응형 실험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실기: VAL3 open-loop 재현 → 카메라 설치 → v7 전이학습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개통 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실기 closed-loop 데모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626B7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"주사위를 옮기면 따라온다"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968000"/>
            <a:ext cx="115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리스크 유지 목록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시각 도메인 갭 (학습 영상이 OMX 장면) — v7 전이학습으로 해소 예정, 실기 closed-loop 의 전제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청크 경계 관절 점프 1건 실측 — 실기 전 안전 필터(|Δjoint| 한계) 구현 필수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–  실기 테이블 앞모서리 충돌 가능 구간(접근 통로) — 배치 시 실측 확인 or MoveIt 충돌 객체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16 논의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논의드리고 싶은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1007999"/>
            <a:ext cx="115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① 작업대 재배치 승인 — 테이프 사각형을 로봇 기준 몸쪽 20 cm + 왼쪽 15 cm 위치로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159개 시연 전체가 손목 특이점을 회피하는 위치 (전수 스윕 결과) · v6 데이터에 이미 반영됨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② Stäubli 외부 제어 확인 진행 — CS9 계정 · velocity/motion 확장 견적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결과에 따라 실기의 상한이 재계획형(무료 VAL3 만)이냐 반응형(확장 필요)이냐 결정 — 40분짜리 확인 작업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③ Isaac Sim 진행 우선순위 — 이번 주 물리 검증부터</a:t>
            </a:r>
          </a:p>
          <a:p>
            <a:pPr lvl="1">
              <a:spcAft>
                <a:spcPts val="14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실기 개통과 무관하게 closed-loop 실험·실행기 코드를 미리 완성해 두는 트랙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181D"/>
                </a:solidFill>
                <a:latin typeface="맑은 고딕"/>
              </a:rPr>
              <a:t>▪  ④ 실기 수집(v7) 시점 조율 — 카메라 2대 · 그리퍼 조달 포함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–  외부 제어 개통 후 반나절 수집 + 2~3시간 학습이면 시각 도메인 갭까지 해소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516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랩미팅 2026-08-18 · 이채원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