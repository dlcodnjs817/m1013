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7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그리퍼를 M1013으로 옮기기 위한 연결 금구 설계와, 발주 직전 검증에서 잡은 오류를 보고합니다. 결론부터 말하면 어댑터와 핑거는 발주 가능하고, Isaac 손목캠 정합만 아직 미완입니다.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그리퍼·밸브·콤프는 전부 연구실 보유품이라 새로 살 게 없습니다. 문제는 로봇이 바뀌면서 플랜지 볼트 패턴이 완전히 달라졌다는 것이고, 그래서 변환 금구가 필요합니다. 추가로 TX90은 팔 안으로 에어가 J6까지 왔는데 M1013은 그게 없어서, 밸브를 툴 끝에 올리기로 했습니다. 그러면 손목을 통과하는 호스가 1가닥이고 응답도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어댑터에서 설명할 건 세 가지입니다. 첫째, 스피곳이 왜 튀어나왔는가 — 처음엔 플랜지 중앙 Ø31.5가 보스인 줄 알고 어댑터에 구멍을 팠는데, 매뉴얼 도면을 직접 보니 Ø31.5가 구멍이고 Ø63이 보스였습니다. 둘째, 카운터보어가 그리퍼 쪽인 이유는 M6 머리가 그리퍼에 덮이기 때문이고, 이 때문에 조립 순서가 강제됩니다. 셋째, 그리퍼 배면 안쪽 M5를 쓰려니 스피곳과 0.5mm 겹쳐서, 바깥 M5와 다월 조합으로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핑거에서 제일 중요한 건 닫힘 갭 33.5mm입니다. 35mm 큐브를 1.5mm 압착하도록 잡았습니다. 설계 원칙은 금속 조 면이 갭을 결정하고 TPU는 마찰만 담당한다는 것 — 라이너를 갈아도 파지 기하가 안 변합니다. 주의할 점은 하드 스톱이 없다는 겁니다. 좌우 조가 서로 안 닿아서 큐브가 유일한 스토퍼이고, 0.5MPa면 90N이 그대로 폼에 들어갑니다. 그래서 스피드컨트롤러가 없으면 배관하면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조립하면 플랜지 면에서 조 끝까지 83mm가 나옵니다. 그런데 지금 학습 데이터 변환 규약은 TCP를 0.12m로 잡고 있어서 플랜지에서 큐브까지가 258.8mm입니다. 이 차이 175.8mm를 안 고치고 실기에 올리면 핑거가 큐브 한참 위에서 허공을 잡습니다. 재변환이 모든 후속 작업의 선행 조건입니다.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검증 원칙을 먼저 말씀드립니다. 지난 세션 문서가 스스로 '추론한 건 다 틀렸고 원본 읽은 건 다 맞았다'고 적어놨는데, 이번엔 그 문서마저 2차 자료로 보고 전부 원본에서 다시 뽑았습니다. 특히 두산 매뉴얼 도면은 벡터가 아니라 이미지라서, 900DPI로 렌더해서 픽셀로 쟀습니다. 기지 치수로 스케일을 교정하고 검산했더니 오차 0.00이 나와서 신뢰할 수 있는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발주 직전에 전수 검증을 했더니 7건이 나왔습니다. 중요한 건 형상 설계는 멀쩡했다는 겁니다. 오류는 전부 볼트 길이, 구멍 위치, 문서 간 모순이었습니다. 특히 2·3·5번은 그대로 발주했으면 부품이 아예 안 붙는 것들이었습니다.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볼트 세 건이 왜 전부 틀렸는지 구조를 보면 똑같습니다. 물림 길이와 머리 잠김, 두 조건을 같이 봐야 하는데 하나만 봤습니다. M6는 특히 와셔를 넣어서 물림 문제를 고치면서 머리가 튀어나오게 만들었고, 그 와셔조차 외경이 커서 카운터보어에 안 들어갑니다. 정정 후에는 전부 통과합니다. M4는 물림이 2.5mm로 짧아서 2N·m 넘기면 안 됩니다 — 그리퍼 암나사가 상하면 그리퍼를 새로 사야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왼쪽이 실제 학습 영상과 Isaac 렌더를 나란히 놓은 겁니다. 위 두 행이 정면캠인데 구도가 잘 맞았습니다. 아래 두 행이 손목캠인데, 실물은 테이블과 큐브가 보이는 반면 시뮬레이션은 밋밋한 회색 덩어리만 보입니다. 이유는 Isaac 씬의 그리퍼가 박스 두 개짜리 근사이기 때문입니다. 손목캠에는 그리퍼가 화면의 상당 부분을 차지하는데 그 형상이 아예 없으니 정합이 될 수가 없습니다. 카메라 위치 문제가 아니라 찍히는 물체 문제였습니다. 이번에 실제 CAD가 나왔으니 그걸 넣으면 해결됩니다.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TCP를 83mm로 고치면 손목캠 기하가 완전히 바뀝니다. 지금은 카메라가 큐브를 16도 비껴 보는데, TCP를 반영하면 61.2도가 되어서 큐브가 화면 밖으로 나갑니다. 카메라를 어디로 옮겨도 복원이 안 됩니다 — 계산해보면 플랜지 뒤쪽, 즉 로봇 내부에 있어야 하거든요. 그래서 카메라를 기울여야 하고, 그러면 브래킷의 카메라 자리가 경사면이 되어야 합니다. 각도가 재정합 결과에 달려 있으니 지금 출력하면 안 됩니다. 그리고 카메라 선정에 함정이 하나 있는데, 파지할 때 카메라와 큐브 거리가 65~90mm라 일반 웹캠은 초점이 안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정리하면, 발주 전에 실물로 확인할 건 딱 두 가지입니다. 그리퍼 배면의 Ø4 구멍과 밸브 바닥의 M3 구멍인데, 둘 다 물건이 손에 있으니 자로 재면 1~2분입니다. 첫 번째가 틀리면 어댑터를 다시 깎아야 해서 발주 전에 꼭 재야 합니다. 시뮬레이션 쪽은 재변환이 먼저 끝나야 나머지가 순서대로 풀립니다.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2376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58000"/>
            <a:ext cx="8640000" cy="1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그리퍼 이관 하드웨어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20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설계 · 검증 · 발주</a:t>
            </a:r>
          </a:p>
          <a:p>
            <a:pPr>
              <a:lnSpc>
                <a:spcPct val="118000"/>
              </a:lnSpc>
              <a:spcBef>
                <a:spcPts val="1000"/>
              </a:spcBef>
            </a:pPr>
            <a:r>
              <a:rPr sz="1400" b="0">
                <a:solidFill>
                  <a:srgbClr val="B9C2F0"/>
                </a:solidFill>
                <a:latin typeface="맑은 고딕"/>
                <a:ea typeface="맑은 고딕"/>
                <a:cs typeface="맑은 고딕"/>
              </a:rPr>
              <a:t>SMC MHF2-16D2  →  두산 M1013 연결 금구</a:t>
            </a:r>
          </a:p>
        </p:txBody>
      </p:sp>
      <p:pic>
        <p:nvPicPr>
          <p:cNvPr id="4" name="Picture 3" descr="r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446" y="2520000"/>
            <a:ext cx="4769108" cy="345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2736000"/>
            <a:ext cx="6300000" cy="3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이번 세션 요약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연결 금구 4종 설계 완료 — 어댑터 · 핑거 좌우 · 밸브 브래킷 · 손목캠 브래킷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발주 직전 전수 검증에서 오류 7건 발견 · 전부 정정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· 어댑터 · 핑거 발주 가능 상태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· Isaac 손목캠 정합은 미완 — TCP 반영 후 재정합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192000"/>
            <a:ext cx="720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2026-09-06 랩미팅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만드는가 — 부품은 전부 재사용, 연결부만 새로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 / 배경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616000" cy="2232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00" y="10080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보유 자산을 그대로 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386000"/>
            <a:ext cx="5184000" cy="15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그리퍼 SMC MHF2-16D2 · 밸브 SY5120 · 콤프 PL-10ST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 레귤레이터 AW20 · 오토스위치 D-M9N ×2  — 전부 보유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TX90 에서 쓰던 구성을 그대로 M1013 으로 이관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· 새로 제작하는 것은 연결 금구뿐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999" y="846000"/>
            <a:ext cx="5580000" cy="223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0000" y="10080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그런데 그냥 못 붙는다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0" y="1386000"/>
            <a:ext cx="5148000" cy="15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M1013 툴 플랜지 = ISO 9409-1-50-4-M6  (PCD 50 · 4-M6)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그리퍼 배면 = 4-M5 (±18, ±54) + Ø4 위치결정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→ 볼트 규격 · 피치 · 센터링 방식이 전부 다름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TX90 은 J6 까지 내장 에어가 왔지만 M1013 은 없음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→ 밸브를 팔이 아니라 툴단에 올린다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6000"/>
          <a:ext cx="11472115" cy="15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6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9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설계한 부품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재질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질량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플레이트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AL6061-T6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295.9 g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M1013 플랜지 ↔ 그리퍼 배면 변환 · 배선 통로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 가능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어태치먼트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×2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AL6061-T6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54.9 g/개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 mm 폼 큐브 파지면 · 닫힘 갭 33.5 결정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 가능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브래킷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PETG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 g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SY5120 을 그리퍼 측면에 고정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가능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브래킷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PETG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13.2 g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 카메라 마운트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9A6A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재정합</a:t>
                      </a:r>
                      <a:r>
                        <a:rPr sz="1200" b="1" dirty="0">
                          <a:solidFill>
                            <a:srgbClr val="9A6A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9A6A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대기</a:t>
                      </a:r>
                      <a:endParaRPr sz="1200" b="1" dirty="0">
                        <a:solidFill>
                          <a:srgbClr val="9A6A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치수 출처 — 두산 설치매뉴얼 v1.7 p.36 (플랜지) / SMC MHF2-16D2 실물 STEP·6면도 (그리퍼)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어댑터 — 형상이 이렇게 된 이유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2 / 설계</a:t>
            </a:r>
          </a:p>
        </p:txBody>
      </p:sp>
      <p:pic>
        <p:nvPicPr>
          <p:cNvPr id="4" name="Picture 3" descr="r_adapter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653" y="954000"/>
            <a:ext cx="4146694" cy="18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2782800"/>
            <a:ext cx="5544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로봇 쪽 면 — Ø31.5 h7 스피곳(돌출 4) + Ø20 관통</a:t>
            </a:r>
          </a:p>
        </p:txBody>
      </p:sp>
      <p:pic>
        <p:nvPicPr>
          <p:cNvPr id="6" name="Picture 5" descr="r_adapter_g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039" y="954000"/>
            <a:ext cx="3919921" cy="1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2000" y="2782800"/>
            <a:ext cx="5544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그리퍼 쪽 면 — Ø11 카운터보어 ×4 · 다월 Ø4 ×2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222000"/>
            <a:ext cx="3671999" cy="1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3347999"/>
            <a:ext cx="3311999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① 스피곳이 튀어나온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708000"/>
            <a:ext cx="3311999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플랜지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도면을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읽으니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Ø31.5 는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구멍이고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Ø63 이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보스였다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.
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처음엔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반대로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알고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어댑터에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보어를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팠었다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스피곳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돌출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으로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정정</a:t>
            </a:r>
            <a:r>
              <a:rPr sz="120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00" y="3222000"/>
            <a:ext cx="3671999" cy="1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4000" y="3347999"/>
            <a:ext cx="3311999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② 카운터보어가 그리퍼 쪽인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4000" y="3708000"/>
            <a:ext cx="3311999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M6 볼트 머리가 그리퍼에 완전히 덮인다. 그래서 그리퍼 쪽 면에서 파고,
조립 순서가 「어댑터 → 로봇」 이 먼저로 강제된다.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000" y="3222000"/>
            <a:ext cx="3671999" cy="1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8000" y="3347999"/>
            <a:ext cx="3311999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③ M5 를 바깥(±54)으로 뺀 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8000" y="3708000"/>
            <a:ext cx="3311999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그리퍼 배면 안쪽 M5(±18)의 홀 가장자리가 스피곳 반경을 0.5 mm 침범.
→ 바깥 M5 2개 + 다월 2개(±65) 구성으로 변경. 볼트 베이스라인 36 → 108.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4950000"/>
            <a:ext cx="11472119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Ø20 중앙 관통 — 튜브·배선이 J6 축과 동축으로 지나가는 통로. 회전이 「감김」이 아니라 「비틀림」이 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AL6061-T6 · 140 × 70 × 12 · R8 · 착좌면 평면도 0.05 (Ø31.5~Ø63 환형부)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핑거 — 닫힘 갭 33.5 가 전부, 그런데 하드 스톱이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3 / 설계</a:t>
            </a:r>
          </a:p>
        </p:txBody>
      </p:sp>
      <p:pic>
        <p:nvPicPr>
          <p:cNvPr id="4" name="Picture 3" descr="r_fingers_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192" y="918000"/>
            <a:ext cx="1951616" cy="13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2278800"/>
            <a:ext cx="511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완전 닫힘 — 조 안쪽면 간격 33.50 mm (35 mm 큐브를 1.5 mm 압착)</a:t>
            </a:r>
          </a:p>
        </p:txBody>
      </p:sp>
      <p:pic>
        <p:nvPicPr>
          <p:cNvPr id="6" name="Picture 5" descr="r_fingers_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61" y="2610000"/>
            <a:ext cx="2685678" cy="133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3970800"/>
            <a:ext cx="511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완전 열림 — 편측 32 mm 이동, 간격 97.50 mm (큐브 여유 62.5 mm)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2000" y="918000"/>
            <a:ext cx="6012000" cy="1440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8000" y="1044000"/>
            <a:ext cx="54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설계 원칙 — 금속이 갭을 정하고 TPU 는 마찰만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404000"/>
            <a:ext cx="55800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닫힘 갭 33.50 = 35 mm 폼 큐브를 1.5 mm 압착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TPU 라이너는 1 mm 홈에 면일치로 삽입 → 갭에 영향 없음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→ 라이너 두께가 바뀌어도 파지 기하가 흔들리지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2000" y="2466000"/>
            <a:ext cx="6012000" cy="154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A93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8000" y="2591999"/>
            <a:ext cx="54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⚠ 하드 스톱이 없다 — 큐브가 유일한 스톱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000" y="2952000"/>
            <a:ext cx="5580000" cy="93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좌우 조가 33.5 mm 떨어져 있어 서로 닿지 않는다.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실린더 힘이 그대로 폼에 들어가므로 압력이 실질적 통제 수단.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300" b="1">
                <a:solidFill>
                  <a:srgbClr val="A9331D"/>
                </a:solidFill>
                <a:latin typeface="Consolas"/>
                <a:ea typeface="Consolas"/>
                <a:cs typeface="Consolas"/>
              </a:rPr>
              <a:t>0.5 MPa → 90 N   /   0.2 MPa → 36 N   /   0.1 MPa → 18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2000" y="4122000"/>
            <a:ext cx="6012000" cy="360000"/>
          </a:xfrm>
          <a:prstGeom prst="roundRect">
            <a:avLst/>
          </a:prstGeom>
          <a:solidFill>
            <a:srgbClr val="A93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M5 스피드컨트롤러 2개가 구매 최우선 — 없으면 90 N 으로 수십 ms 만에 닫혀 큐브를 튕겨낸다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212000"/>
            <a:ext cx="5112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스트로크 편측 32 (전체 64) · 위치결정 립 39.40 으로 블록 바깥면에 밀착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2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M4 체결 6.70 / 32.70 · 폭 ±10 — 전부 SMC 실물 CAD 실측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AL6061-T6 · 마운트 판 43 × 27 × t8 · 조 폭 30 · 블록 밑면에서 38 돌출 · 좌우 미러 형상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스택 — 플랜지 면에서 TCP 83 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4 / 설계</a:t>
            </a:r>
          </a:p>
        </p:txBody>
      </p:sp>
      <p:pic>
        <p:nvPicPr>
          <p:cNvPr id="4" name="Picture 3" descr="r_assembly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80" y="954000"/>
            <a:ext cx="4782638" cy="30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4006800"/>
            <a:ext cx="590399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툴 </a:t>
            </a:r>
            <a:r>
              <a:rPr sz="1100" b="0" dirty="0" err="1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어셈블리</a:t>
            </a:r>
            <a:r>
              <a:rPr sz="1100" b="0" dirty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측면</a:t>
            </a:r>
            <a:r>
              <a:rPr sz="1100" b="0" dirty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— 위=</a:t>
            </a:r>
            <a:r>
              <a:rPr sz="1100" b="0" dirty="0" err="1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로봇</a:t>
            </a:r>
            <a:r>
              <a:rPr sz="1100" b="0" dirty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플랜지</a:t>
            </a:r>
            <a:r>
              <a:rPr sz="1100" b="0" dirty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00" b="0" dirty="0" err="1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아래</a:t>
            </a:r>
            <a:r>
              <a:rPr sz="1100" b="0" dirty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=조 끝 (TCP)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3999" y="990000"/>
          <a:ext cx="5219999" cy="177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플랜지 기준 Z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스피곳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 ~ 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플랜지 Ø31.5 보어 안으로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~ 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AL6061-T6, t12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몸체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 ~ 40.3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MHF2-16D2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 블록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40.3 ~ 45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몸체 아래 4.70 돌출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 판 + 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 ~ 83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조가 블록 밑면에서 38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23999" y="2970000"/>
            <a:ext cx="1655999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F3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95999" y="3095999"/>
            <a:ext cx="1512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83.00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5999" y="3528000"/>
            <a:ext cx="1512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TCP (플랜지면 → 조 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05999" y="2970000"/>
            <a:ext cx="1655999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F3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999" y="3095999"/>
            <a:ext cx="1512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1.22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999" y="3528000"/>
            <a:ext cx="1512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툴 질량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87999" y="2970000"/>
            <a:ext cx="1655999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59999" y="3095999"/>
            <a:ext cx="1512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33.50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59999" y="3528000"/>
            <a:ext cx="1512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닫힘 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3999" y="4049999"/>
            <a:ext cx="5220000" cy="12318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21999" y="4158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⚠ 현재 학습 규약과 어긋난다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999" y="4482000"/>
            <a:ext cx="4824000" cy="50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0" dirty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convert_v6_m1013.py 의 TCP = 0.12 → </a:t>
            </a:r>
            <a:r>
              <a:rPr sz="1200" b="0" dirty="0" err="1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플랜지-큐브</a:t>
            </a:r>
            <a:r>
              <a:rPr sz="1200" b="0" dirty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 258.8 mm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실물은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83 mm.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이대로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실기에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올리면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핑거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끝이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큐브보다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175.8 mm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위에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뜬다</a:t>
            </a:r>
            <a:r>
              <a:rPr sz="12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툴 무게중심 (플랜지 기준) X −0.8 / Y +3.6 / Z +25.1 mm · J6 실사용 가동폭 81.8° (159 에피소드 전수 실측)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— 문서를 믿지 않고 원본 CAD·도면만 읽었다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5 /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11472119" cy="792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1999" y="1008000"/>
            <a:ext cx="10968120" cy="50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“요약 · 사진 · 설계 의도에서 추론한 것은 전부 틀렸고, 원본 도면 · CAD · 코드를 직접 읽은 것은 전부 맞았다”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— 지난 세션이 스스로 남긴 교훈. 이번에는 그 세션의 설계 문서까지 2차 자료로 취급하고 전부 다시 뽑았다.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890000"/>
          <a:ext cx="11472117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0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4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자료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읽는 방법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이렇게 확인한 것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STL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바이너리 파싱 → 삼각형 정점 좌표 직접 계측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 전 치수 · 닫힘 갭 33.500 · M4 위치 6.700/32.700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CIRCLE · CYLINDRICAL_SURFACE 추출 + 축 방향별 분류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전 피처 · 그리퍼 배면/측면 나사 위치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DXF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DIMENSION 이 분해돼 있어 도형 좌표에서 역산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다월 위치 · 핑거 블록 길이 39.40 · 탭 깊이 주기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 도면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벡터 없음(래스터) → 900 DPI 렌더 후 픽셀 계측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플랜지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보어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깊이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6.4 · </a:t>
                      </a:r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보스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6.5 · </a:t>
                      </a:r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커넥터</a:t>
                      </a:r>
                      <a:r>
                        <a:rPr sz="1200" b="0" dirty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  <a:endParaRPr sz="1200" b="0" dirty="0">
                        <a:solidFill>
                          <a:srgbClr val="15181D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0000" y="3618000"/>
            <a:ext cx="5616000" cy="122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00" y="374399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픽셀 계측 스케일 검산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4086000"/>
            <a:ext cx="5184000" cy="6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Ø31.5 한 쌍으로 스케일 산출 → 13.397 px/mm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200" b="1">
                <a:solidFill>
                  <a:srgbClr val="1F6B4A"/>
                </a:solidFill>
                <a:latin typeface="Consolas"/>
                <a:ea typeface="Consolas"/>
                <a:cs typeface="Consolas"/>
              </a:rPr>
              <a:t>검산: Ø63 = 63.00 mm   (오차 0.00)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999" y="3618000"/>
            <a:ext cx="5580000" cy="122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0" y="374399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검증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4086000"/>
            <a:ext cx="5148000" cy="6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체결 6조인트 · 구멍 정합 7건 · 간섭 6건 · 공압/전기 체인 전 구간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모든 수치를 상대 부품 원본과 1:1 대조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검증 스크립트는 재실행 가능 — 부품이 바뀌면 같은 방법으로 다시 검산할 수 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 직전 검증에서 오류 7건 — 전부 정정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6 / 검증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11472115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5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8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잘못된 값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그대로 발주했다면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DXF Φ6 핀홀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도면에 “리머 가공” 지시 잔존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발주서·STEP 은 “가공 말 것”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착좌면에 불필요한 리머홀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체결 볼트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M6×12 + 와셔 t1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M6×10 무와셔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머리 0.5 mm 돌출 → 그리퍼 밀착 불가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핑거 체결 볼트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M4×8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M4×6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 4.5 &gt; 탭 4.0 → 바닥 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체결 볼트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M3×8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M3×6 접시머리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 4.0 &gt; 탭 3.5 → 바닥 침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다월 위치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±63.75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±65.0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핀이 그리퍼 배면을 찔러 밀착 불가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브래킷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구멍 있다고 가정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구멍 자체가 없었음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밸브를 고정할 방법 없음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와셔 규격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“Φ6 평와셔 t1”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외경 Ø12 &gt; 카운터보어 Ø11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애초에 안 들어감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0000" y="3582000"/>
            <a:ext cx="11472119" cy="122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90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1999" y="3708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7건 중 5건이 같은 실수 — 상대 부품의 탭 깊이를 확인하지 않았다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999" y="4067999"/>
            <a:ext cx="1096812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설계 형상은 CAD 로 검증됐지만, 체결 부품 목록(볼트 길이·와셔·핀)은 검증 대상 밖에 있었다.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→ 이번부터 볼트는 「상대 부품 탭 깊이」와 「머리 잠김」을 같이 계산해서 고른다.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형상 설계 자체의 오류는 없었다 — 어댑터·핑거의 나머지 치수는 원본과 전수 대조해 전부 일치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볼트 3건이 왜 전부 틀렸나 — 조건 두 개를 같이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7 /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5400000" cy="194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1999" y="1026000"/>
            <a:ext cx="4968000" cy="15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판 두께 T · 카운터보어 깊이 C · 볼트 길이 L · 상대 탭 깊이 D</a:t>
            </a:r>
          </a:p>
          <a:p>
            <a:pPr>
              <a:lnSpc>
                <a:spcPct val="118000"/>
              </a:lnSpc>
              <a:spcBef>
                <a:spcPts val="1000"/>
              </a:spcBef>
            </a:pPr>
            <a:r>
              <a:rPr sz="1500" b="1">
                <a:solidFill>
                  <a:srgbClr val="2F3D9E"/>
                </a:solidFill>
                <a:latin typeface="Consolas"/>
                <a:ea typeface="Consolas"/>
                <a:cs typeface="Consolas"/>
              </a:rPr>
              <a:t>나사 물림  E = L − ( T − C )</a:t>
            </a:r>
          </a:p>
          <a:p>
            <a:pPr>
              <a:lnSpc>
                <a:spcPct val="118000"/>
              </a:lnSpc>
              <a:spcBef>
                <a:spcPts val="1000"/>
              </a:spcBef>
            </a:pPr>
            <a:r>
              <a:rPr sz="13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조건 ①   E &lt; D            바닥 안 침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조건 ②   C ≥ 머리 높이     머리 잠김</a:t>
            </a:r>
          </a:p>
          <a:p>
            <a:pPr>
              <a:lnSpc>
                <a:spcPct val="118000"/>
              </a:lnSpc>
              <a:spcBef>
                <a:spcPts val="100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두 조건이 동시에 성립하는지 확인하지 않았다.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48000" y="846000"/>
          <a:ext cx="5795999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탭 D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 E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 (와셔 없이)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 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 (와셔 t1)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머리 0.5 돌출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M4×8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 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M3×8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바닥 침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48000" y="2501999"/>
            <a:ext cx="579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M6 는 와셔로 ①을 고치면서 ②를 깨뜨렸다 — 와셔 자체도 외경 Ø12 라 Ø11 카운터보어에 안 들어간다.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3150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정정 후 — 전 조인트 통과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474000"/>
          <a:ext cx="11472115" cy="177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5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1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조인트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볼트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탭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머리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조임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로봇 플랜지 ↔ 어댑터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M6×10 SHCS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 잠김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 N·m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어댑터 ↔ 그리퍼 배면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M5×20 SHCS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자유공간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N·m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그리퍼 블록 ↔ 핑거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M4×6 SHCS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 잠김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N·m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그리퍼 측면 ↔ 브래킷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M5×8 SHCS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노출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N·m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브래킷 ↔ SY5120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M3×6 접시머리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면일치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 N·m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③ 물림 2.5 mm 는 짧지만 실하중은 볼트당 약 66 N (파지 반력 90 N 을 4개가 분담) — 과토크만 주의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Isaac Sim 정합 — 정면캠은 맞췄고, 손목캠이 미완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8 / 시뮬레이션</a:t>
            </a:r>
          </a:p>
        </p:txBody>
      </p:sp>
      <p:pic>
        <p:nvPicPr>
          <p:cNvPr id="4" name="Picture 3" descr="cam_match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40" y="846000"/>
            <a:ext cx="328032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5770800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REAL (OMX v6 학습 영상)  vs  SIM (M1013 Isaac) — 위 2행 정면캠 / 아래 2행 손목캠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2000" y="846000"/>
            <a:ext cx="7092000" cy="140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68000" y="971999"/>
            <a:ext cx="648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 dirty="0" err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정면캠</a:t>
            </a:r>
            <a:r>
              <a:rPr sz="1400" b="1" dirty="0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400" b="1" dirty="0" err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정합</a:t>
            </a:r>
            <a:r>
              <a:rPr sz="1400" b="1" dirty="0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완료</a:t>
            </a:r>
            <a:endParaRPr sz="1400" b="1" dirty="0">
              <a:solidFill>
                <a:srgbClr val="1F6B4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68000" y="1314000"/>
            <a:ext cx="66600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pos (1.20, −0.25, 0.46) · look_at (0.45, −0.15, 0.52) · focal 15 mm (HFOV 69.9°)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원본 픽셀에서 초기값을 역산하고 후보를 한 번의 Isaac 부팅에 동시 렌더 → 3라운드에 수렴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2000" y="2394000"/>
            <a:ext cx="7092000" cy="1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A93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68000" y="2520000"/>
            <a:ext cx="648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손목캠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정합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미완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원인은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카메라가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그리퍼</a:t>
            </a:r>
            <a:r>
              <a:rPr sz="14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형상</a:t>
            </a:r>
            <a:endParaRPr sz="1400" b="1" dirty="0">
              <a:solidFill>
                <a:srgbClr val="A9331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68000" y="2861999"/>
            <a:ext cx="6660000" cy="1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Isaac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씬의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그리퍼는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지금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박스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2개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근사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형상이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전혀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없다</a:t>
            </a:r>
            <a:endParaRPr sz="1250" b="0" dirty="0">
              <a:solidFill>
                <a:srgbClr val="15181D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손목캠에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그리퍼가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크게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찍히므로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이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근사가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갭이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된다</a:t>
            </a:r>
            <a:endParaRPr sz="1250" b="0" dirty="0">
              <a:solidFill>
                <a:srgbClr val="15181D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기하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자체는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정확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세로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0.84 vs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기록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실측</a:t>
            </a:r>
            <a:r>
              <a:rPr sz="1250" b="0" dirty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 0.86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문제는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“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카메라를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어디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두느냐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” 가 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“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무엇이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찍히느냐</a:t>
            </a:r>
            <a:r>
              <a:rPr sz="1300" b="1" dirty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” </a:t>
            </a:r>
            <a:r>
              <a:rPr sz="1300" b="1" dirty="0" err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였다</a:t>
            </a:r>
            <a:endParaRPr sz="1300" b="1" dirty="0">
              <a:solidFill>
                <a:srgbClr val="A9331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2000" y="4337999"/>
            <a:ext cx="7092000" cy="140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8000" y="4464000"/>
            <a:ext cx="648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바꿔 넣을 값 (설계 완료분)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8000" y="4806000"/>
            <a:ext cx="66600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플랜지→조 끝  258.8 → 83 mm    ·    그리퍼 몸체  박스 1개 → 142 × 50 × 33 (z 12~45)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조 면 간격 33.5 · 스트로크 편측 32 · 시각 메시는 tool_assembly_flangelocal.stl 을 link_6 에 그대로 부착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물리(collision)는 박스 근사를 유지하는 편이 안정적 — 메시 collision 은 볼록분해 비용이 크고 파지 접촉이 불안정해진다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TCP 83 을 반영하면 손목캠은 아예 화면 밖으로 나간다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9 / 시뮬레이션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846000"/>
          <a:ext cx="6120000" cy="10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플랜지 → 큐브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이탈각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세로 위치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규약 (TCP 0.12)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258.8 mm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16.0°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안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TCP 83 반영 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 mm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61.2°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밖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0000" y="2070000"/>
            <a:ext cx="6120000" cy="151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93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2196000"/>
            <a:ext cx="54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어떤 위치로도 복원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538000"/>
            <a:ext cx="5688000" cy="100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이탈각 16° 를 되찾으려면 카메라가 플랜지 뒤(로봇 내부)에 있어야 한다.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200" b="0">
                <a:solidFill>
                  <a:srgbClr val="A9331D"/>
                </a:solidFill>
                <a:latin typeface="Consolas"/>
                <a:ea typeface="Consolas"/>
                <a:cs typeface="Consolas"/>
              </a:rPr>
              <a:t>측면 60 → z = −126    측면 45 → z = −74    측면 30 → z = −22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→ forward_local = [0,0,1] 폐기. 카메라를 61.2° 틸트해야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726000"/>
            <a:ext cx="6120000" cy="122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90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3852000"/>
            <a:ext cx="54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그래서 손목캠 브래킷은 아직 출력하면 안 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194000"/>
            <a:ext cx="5688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카메라 패드가 경사면이 되어야 하는데, 각도가 재정합 결과에 달려 있다.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확정 시 「팔 + 교체 플레이트」로 분할하면 재출력 양이 줄어든다.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0" y="846000"/>
            <a:ext cx="5004000" cy="21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F3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56000" y="971999"/>
            <a:ext cx="45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카메라 선정의 함정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1314000"/>
            <a:ext cx="4572000" cy="15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파지 시 카메라 → 큐브 거리가 65 ~ 90 mm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일반 USB 웹캠의 최단 초점거리는 보통 100 ~ 300 mm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→ 이 거리에서 초점이 안 맞는다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최단 초점거리 ≤ 65 mm 가 1순위 기준. HFOV ≈ 60°, 640×480 @30fps, USB UVC.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→ M12(S-mount) 보드캠 + 조절식 렌즈. 정면캠은 거리가 멀어 일반 웹캠으로 충분.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3222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확정 순서 — 앞 단계가 끝나야 다음이 정해진다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0" y="3564000"/>
            <a:ext cx="5004000" cy="27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02000" y="36216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① 재변환  TCP 0.12 → 0.083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40000" y="3873600"/>
            <a:ext cx="5004000" cy="2736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02000" y="39312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② Isaac 씬 그리퍼 형상 교체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40000" y="4183200"/>
            <a:ext cx="5004000" cy="27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02000" y="42408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③ 손목캠 재정합 (틸트 포함)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0000" y="4492800"/>
            <a:ext cx="5004000" cy="2736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2000" y="45504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④ 카메라 선정 (②③과 병렬 가능)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0" y="4802400"/>
            <a:ext cx="5004000" cy="27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02000" y="4860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⑤ 손목캠 브래킷 확정 · 출력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재변환은 재학습 3시간 — 손목캠 재정합·카메라 선정보다 먼저 끝나야 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20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 — 발주 전 2건만 실물로 확인하면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10 / 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3671999" cy="342000"/>
          </a:xfrm>
          <a:prstGeom prst="roundRect">
            <a:avLst/>
          </a:prstGeom>
          <a:solidFill>
            <a:srgbClr val="A93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 · 출력 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296000"/>
            <a:ext cx="3671999" cy="84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14040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① 그리퍼 배면 Ø4 구멍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74000"/>
            <a:ext cx="3311999" cy="4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개수와 중심에서 거리 (65.0 예상)
틀리면 어댑터 재가공 → 발주 전에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242800"/>
            <a:ext cx="3671999" cy="84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23508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② SY5120 바닥 2-M3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620800"/>
            <a:ext cx="3311999" cy="4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간격과 방향 (22.6 예상)
자체 출력이라 언제든 수정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189600"/>
            <a:ext cx="3671999" cy="84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32976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③ 핑거 PETG 시제품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3567600"/>
            <a:ext cx="3311999" cy="4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립 걸림 확인 (치수 39.40 은 확정)
반나절, 알루미늄 발주 전 위험 제거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4000" y="846000"/>
            <a:ext cx="3671999" cy="342000"/>
          </a:xfrm>
          <a:prstGeom prst="round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운용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4000" y="12960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4000" y="14040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M5×20 체결 공간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4000" y="16740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어댑터 뒤 반경 54 — 볼 엔드 렌치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4000" y="20268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4000" y="21348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다월 돌출량 2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000" y="24048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3 mm 넘으면 배면 밀착 방해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4000" y="27576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4000" y="28656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Tool Weight 1.22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4000" y="31356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전원 켜기 전 입력 · 충돌감지 오작동 방지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4000" y="34884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4000" y="35964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압력 튜닝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4000" y="38664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0.1 MPa 부터 올려가며 최소 파지압 탐색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94000" y="42192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4000" y="43272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1/8 피팅 2개 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4000" y="45972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필요 5곳 vs 발주 3 + 보유 2 = 여유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000" y="846000"/>
            <a:ext cx="3671999" cy="342000"/>
          </a:xfrm>
          <a:prstGeom prst="round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트랙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000" y="12960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8000" y="14040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재변환 TCP 0.083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8000" y="16740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재학습 3 h · 모든 후속 작업의 선행 조건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000" y="20268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8000" y="21348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Isaac 그리퍼 형상 교체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8000" y="24048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시각 메시는 이미 준비됨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000" y="27576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8000" y="28656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손목캠 재정합 (틸트)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8000" y="31356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재변환 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8000" y="34884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08000" y="35964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카메라 선정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8000" y="38664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M12 보드캠 · 재정합과 병렬 가능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000" y="4219200"/>
            <a:ext cx="3671999" cy="6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8000" y="4327200"/>
            <a:ext cx="3311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클로킹 확정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8000" y="4597200"/>
            <a:ext cx="3311999" cy="1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Isaac·IK 검토 후 핀홀 1곳 현장 리머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0000" y="5778000"/>
            <a:ext cx="11472119" cy="720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2222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8000" y="5922000"/>
            <a:ext cx="10896119" cy="4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어댑터 · 핑거는 발주 가능 상태 — 리드타임이 걸리므로 실물 확인 ① 만 끝내면 바로 발송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발주 패키지: cad/발주/발주서.md + 어댑터/*.step,*.dxf + 핑거/*.step  ·  세부 기록: 대화록/20260906_그리퍼 연결부 검증 및 발주서 정정.md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2867</Words>
  <Application>Microsoft Office PowerPoint</Application>
  <PresentationFormat>와이드스크린</PresentationFormat>
  <Paragraphs>367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이채원(2023140030)</cp:lastModifiedBy>
  <cp:revision>3</cp:revision>
  <dcterms:created xsi:type="dcterms:W3CDTF">2013-01-27T09:14:16Z</dcterms:created>
  <dcterms:modified xsi:type="dcterms:W3CDTF">2026-09-06T07:17:11Z</dcterms:modified>
  <cp:category/>
</cp:coreProperties>
</file>