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655999"/>
            <a:ext cx="106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STEP 5-1 · 5-2 — 카메라 구도 정합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B9C2F0"/>
                </a:solidFill>
                <a:latin typeface="맑은 고딕"/>
              </a:rPr>
              <a:t>OMX 학습 영상(손목캠+정면캠)과 같은 구도의 카메라 2대를 Isaac M1013 씬에 장착</a:t>
            </a:r>
          </a:p>
          <a:p>
            <a:pPr>
              <a:spcBef>
                <a:spcPts val="2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핵심 산출물:  cameras_v6match.json (확정 파라미터) · cam_match_v1.png (실물 vs sim 비교시트)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다음 단계:  STEP 5-3 closed-loop — 이 카메라의 렌더를 관측으로 정책 실시간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6246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B9C2F0"/>
                </a:solidFill>
                <a:latin typeface="맑은 고딕"/>
              </a:rPr>
              <a:t>2026-08-24 (월) · 이채원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00 파이프라인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전체 로드맵에서 오늘의 위치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44000"/>
            <a:ext cx="1692000" cy="75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1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에셋·IK·배치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836000"/>
            <a:ext cx="16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6B4A"/>
                </a:solidFill>
                <a:latin typeface="맑은 고딕"/>
              </a:rPr>
              <a:t>8/20 완료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26800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044000"/>
            <a:ext cx="1692000" cy="75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v6-M1013 데이터셋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36000"/>
            <a:ext cx="16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6B4A"/>
                </a:solidFill>
                <a:latin typeface="맑은 고딕"/>
              </a:rPr>
              <a:t>8/20 완료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88800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48000" y="1044000"/>
            <a:ext cx="1692000" cy="75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3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Isaac 물리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0" y="1836000"/>
            <a:ext cx="16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6B4A"/>
                </a:solidFill>
                <a:latin typeface="맑은 고딕"/>
              </a:rPr>
              <a:t>8/20 완료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0800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0000" y="1044000"/>
            <a:ext cx="1692000" cy="75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4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ACT 학습·평가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000" y="1836000"/>
            <a:ext cx="16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6B4A"/>
                </a:solidFill>
                <a:latin typeface="맑은 고딕"/>
              </a:rPr>
              <a:t>8/20 완료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12800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2000" y="1044000"/>
            <a:ext cx="1692000" cy="756000"/>
          </a:xfrm>
          <a:prstGeom prst="roundRect">
            <a:avLst/>
          </a:prstGeom>
          <a:solidFill>
            <a:srgbClr val="B45F06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5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카메라·closed-loop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2000" y="1836000"/>
            <a:ext cx="16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5F06"/>
                </a:solidFill>
                <a:latin typeface="맑은 고딕"/>
              </a:rPr>
              <a:t>◀ 오늘 (진행 중)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874800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34000" y="1044000"/>
            <a:ext cx="1692000" cy="75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6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실기 전이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000" y="1836000"/>
            <a:ext cx="16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26B78"/>
                </a:solidFill>
                <a:latin typeface="맑은 고딕"/>
              </a:rPr>
              <a:t>로봇 도착 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" y="22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181D"/>
                </a:solidFill>
                <a:latin typeface="맑은 고딕"/>
              </a:rPr>
              <a:t>STEP 5 내부 분해 — 오늘은 5-1 · 5-2 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000" y="2556000"/>
            <a:ext cx="2700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5-1  씬에 카메라 추가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정면캠(월드 고정)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손목캠(link_6 부착)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000" y="352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6B4A"/>
                </a:solidFill>
                <a:latin typeface="맑은 고딕"/>
              </a:rPr>
              <a:t>완료 ✔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34800" y="2934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94000" y="2556000"/>
            <a:ext cx="2700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5-2  구도 정합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원본 영상과 위치·각도·FOV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일치 + 비교시트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4000" y="352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6B4A"/>
                </a:solidFill>
                <a:latin typeface="맑은 고딕"/>
              </a:rPr>
              <a:t>완료 ✔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04800" y="2934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4000" y="2556000"/>
            <a:ext cx="2700000" cy="936000"/>
          </a:xfrm>
          <a:prstGeom prst="roundRect">
            <a:avLst/>
          </a:prstGeom>
          <a:solidFill>
            <a:srgbClr val="B45F06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5-3  closed-loop 가동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렌더 관측 → 정책 → 제어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시각 도메인 갭 측정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4000" y="352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B45F06"/>
                </a:solidFill>
                <a:latin typeface="맑은 고딕"/>
              </a:rPr>
              <a:t>다음 시작점 ▶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74800" y="2934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4000" y="2556000"/>
            <a:ext cx="2700000" cy="93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5-4  (조건부) co-training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159ep 재렌더 A/B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갭이 크면 채택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4000" y="352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626B78"/>
                </a:solidFill>
                <a:latin typeface="맑은 고딕"/>
              </a:rPr>
              <a:t>5-3 결과에 따라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000" y="4031999"/>
            <a:ext cx="11520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왜 카메라 정합이 먼저인가: ACT 정책의 관측 = 두 카메라 영상. closed-loop 은 sim 렌더가 그 자리를 대신하므로,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학습 때 본 화면과 구도가 다르면 '시각 도메인 갭'과 '구도 불일치'가 섞여서 실패 원인을 분리할 수 없음</a:t>
            </a:r>
          </a:p>
          <a:p>
            <a:pPr lvl="1">
              <a:spcAft>
                <a:spcPts val="6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–  구도를 먼저 못박아 두면 남는 차이 = 순수 도메인 갭(로봇 외형·배경·질감) → 5-3 에서 정량 측정 가능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제약: 원본은 OMX(소형)·sim 은 M1013(대형) — '로봇 기준'이 아닌 작업 공간(큐브·그리퍼·테이블) 기준 정합을 선택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00 파이프라인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오늘 작업 파이프라인 — 5단계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72000"/>
            <a:ext cx="210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① 원본 영상 확보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호스트 심링크 깨짐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컨테이너 HF 캐시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30000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81999" y="972000"/>
            <a:ext cx="210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② 카메라 구성 분석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camera1=손목캠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camera2=정면캠 판별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87999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39998" y="972000"/>
            <a:ext cx="210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③ 정면캠 탐색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3라운드 × 후보 3~4개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위치·FOV 수렴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45998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97997" y="972000"/>
            <a:ext cx="210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④ 손목캠 탐색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부착·롤 실증 3라운드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장착 오프셋 확정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03997" y="133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55996" y="972000"/>
            <a:ext cx="2106000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⑤ 확정·산출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cameras_v6match.json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cam_match_v1.png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205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181D"/>
                </a:solidFill>
                <a:latin typeface="맑은 고딕"/>
              </a:rPr>
              <a:t>③④ 내부의 반복 단위 — Isaac 부팅이 느려서(회당 ~1분) 이렇게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376000"/>
            <a:ext cx="2628000" cy="684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실측 역산으로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초기값·범위 산출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52000" y="2627999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3999" y="2376000"/>
            <a:ext cx="2628000" cy="684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Isaac 1회 부팅에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후보 3~4개 동시 렌더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31999" y="2627999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3998" y="2376000"/>
            <a:ext cx="2628000" cy="684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원본과 픽셀 정량 비교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(주사위 위치·크기 %)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11998" y="2627999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3997" y="2376000"/>
            <a:ext cx="2628000" cy="684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차이의 원인 해석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→ 다음 후보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" y="3096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26B78"/>
                </a:solidFill>
                <a:latin typeface="맑은 고딕"/>
              </a:rPr>
              <a:t>↺ 3라운드 반복 후 수렴 — 정면캠(A~D → E~H → F1~F3), 손목캠(W1~4 → 롤 스윕 → V1~3)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4000" y="3420000"/>
          <a:ext cx="11555997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592"/>
                <a:gridCol w="3272495"/>
                <a:gridCol w="4192884"/>
                <a:gridCol w="3477026"/>
              </a:tblGrid>
              <a:tr h="4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사용 도구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v6 심링크(깨짐)·컨테이너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omx v4 원본 mp4 (159ep×2뷰)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docker exec + 컨테이너 ffmpeg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원본 mp4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카메라 역할·스펙·이상 에피소드 판별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프레임 그리드 추출·육안+픽셀 분석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기준 프레임(정면 홈·파지)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F1 확정: pos·look_at·f15mm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frontcam_probe.py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기준 프레임(손목 홈·파지)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V3 확정: local_pos·롤·f18mm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wristcam_probe.py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③④ 확정값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cameras_v6match.json · cam_match_v1.png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JSON 직렬화·비교시트 합성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01 분석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원본(OMX v6) 카메라 구성 — 손목캠 + 정면캠</a:t>
            </a:r>
          </a:p>
        </p:txBody>
      </p:sp>
      <p:pic>
        <p:nvPicPr>
          <p:cNvPr id="3" name="Picture 2" descr="ref_c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00000"/>
            <a:ext cx="3888000" cy="2916000"/>
          </a:xfrm>
          <a:prstGeom prst="rect">
            <a:avLst/>
          </a:prstGeom>
        </p:spPr>
      </p:pic>
      <p:pic>
        <p:nvPicPr>
          <p:cNvPr id="4" name="Picture 3" descr="wrist_ref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000" y="900000"/>
            <a:ext cx="3888000" cy="291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" y="3844800"/>
            <a:ext cx="38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camera2 = 정면 고정캠 — 낮은 앵글 · pick 좌 · place 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2000" y="3844800"/>
            <a:ext cx="38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camera1 = 손목캠 — 주사위 위→아래 진입, 파지 시 하단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4212000"/>
          <a:ext cx="11555999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145"/>
                <a:gridCol w="9349854"/>
              </a:tblGrid>
              <a:tr h="39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해상도·FPS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640×480 · 30fps (두 뷰 동일) · 에피소드당 ~460프레임(≈15초)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camera1 (손목캠)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그리퍼 장착 하향 시점 · 이미지 위 = 접근 방향 · 파지점은 화면 하단 중앙 · 핑거가 모서리에 걸림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camera2 (정면캠)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테이블 상판 높이+약 10cm · 주사위와 25~30cm (픽셀 크기로 역산) · HFOV 60~70° 추정 · 배경에 사람·파티션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에피소드 변주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place 쪽 주사위 색·개수가 에피소드마다 다름 (흰1/노1/초·주·빨3 …) — 자연 도메인 랜덤화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4000" y="6263999"/>
            <a:ext cx="11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B45F06"/>
                </a:solidFill>
                <a:latin typeface="맑은 고딕"/>
              </a:rPr>
              <a:t>▪  부수 발견: v4 ep0 은 카메라 매핑 불량(정면↔먹통 회색) — v6 는 심링크 리매핑(v6 ep0→v4 ep1)으로 이미 제외되어 있었음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02 트러블슈팅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트러블슈팅 ①② — 원본 영상이 호스트에 없다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8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191"/>
                <a:gridCol w="3265826"/>
                <a:gridCol w="3667773"/>
                <a:gridCol w="4170208"/>
              </a:tblGrid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증상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v6 videos/ 의 mp4 가 전부 열리지 않음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전부 심링크인데 목적지 폴더(modeldataset/datasets/omx_…_v4_162)가 삭제됨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컨테이너 physical_ai_server 의 HF 캐시에서 원본 발견 → docker cp 로 추출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호스트에 ffmpeg 없음 + cv2 는 NumPy 2.x 충돌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호스트 파이썬 환경이 렌더/ML 용으로만 구성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컨테이너 안 ffmpeg 로 프레임 추출 후 꺼내오는 우회 (docker exec + docker cp)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2736000"/>
            <a:ext cx="115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원본 실체 경로 (이후에도 필요 — 재렌더·co-training 시):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physical_ai_server:/root/.cache/huggingface/lerobot/dlcodnjs/omx_act_pick_and_place_v4_162/videos/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교훈: 깨진 심링크는 '데이터 소실'이 아니라 '참조 대상 이동'일 수 있음 — readlink -f 로 목적지부터 확인</a:t>
            </a:r>
          </a:p>
        </p:txBody>
      </p:sp>
      <p:pic>
        <p:nvPicPr>
          <p:cNvPr id="5" name="Picture 4" descr="c2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960000"/>
            <a:ext cx="5760000" cy="21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61488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v4 ep0 의 camera2 — 에피소드 내내 동일한 회색 정지화면 (매핑 불량의 증거, v6 에서 제외됨)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8000" y="4031999"/>
            <a:ext cx="5472000" cy="20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ep0 이상 판별 과정: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f0/f240/f420 세 프레임이 픽셀 동일 → 고정 먹통 캠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ep10~150 은 camera1 이 움직이는 손목캠으로 정상</a:t>
            </a:r>
          </a:p>
          <a:p>
            <a:pPr lvl="1">
              <a:spcAft>
                <a:spcPts val="600"/>
              </a:spcAft>
            </a:pPr>
            <a:r>
              <a:rPr sz="1250" b="1">
                <a:solidFill>
                  <a:srgbClr val="1F6B4A"/>
                </a:solidFill>
                <a:latin typeface="맑은 고딕"/>
              </a:rPr>
              <a:t>–  v6 심링크가 ep 번호를 리매핑(ep0→v4 ep1)함을 확인 → 학습 데이터는 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03 방법 선택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카메라 정합 방법 — 채택한 접근과 검토한 대안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F6B4A"/>
                </a:solidFill>
                <a:latin typeface="맑은 고딕"/>
              </a:rPr>
              <a:t>▪  채택: 실측 역산(초기값) + 후보 스윕(배치 렌더) + 픽셀 정량 비교 — '수동 좌표하강'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초기값: 원본 주사위 픽셀 크기(88px)→카메라-주사위 거리 25~30cm 역산, 웹캠 FOV 통념(60~70°)으로 범위 한정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1회 Isaac 부팅에 후보 3~4개 동시 렌더 → 주사위 화면 좌표(%)로 정량 채점 → 3라운드에 수렴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2015999"/>
          <a:ext cx="11555999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648"/>
                <a:gridCol w="3790367"/>
                <a:gridCol w="5361984"/>
              </a:tblGrid>
              <a:tr h="61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대안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기각 이유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PnP / 체커보드 캘리브레이션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대응점으로 카메라 외부·내부 파라미터를 해석적으로 풀기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원본 씬에 캘리브레이션 타깃이 없고, 로봇 자체가 다름(OMX→M1013) — 정확한 해가 존재하지 않는 문제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미분가능 렌더링 최적화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렌더-원본 픽셀 손실을 경사하강으로 자동 최소화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씬 내용이 달라(사람·로봇 외형) 픽셀 손실이 의미 없음 + 구축 비용 과다 — 7개 파라미터에 과한 도구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Isaac GUI 수동 시점 조작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창을 띄워 마우스로 맞추고 파라미터 읽기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재현성 없음 · 정량 기록 안 남음 · FOV(내부 파라미터) 조정 불가에 가까움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손목캠 롤 해석적 유도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Camera 클래스 축 관례로 up 벡터를 수식으로 계산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F06"/>
                          </a:solidFill>
                          <a:latin typeface="맑은 고딕"/>
                        </a:rPr>
                        <a:t>시도했으나 실패 — up 인자와 실효 이미지-up 매핑이 관례와 달랐음 → 90° 스윕 실증으로 전환 (T/S ④)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5400000"/>
            <a:ext cx="11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선택 기준: 완전 자동화가 불가능한 문제(정답 구도가 애초에 존재하지 않음)에서는, 사람이 판단 루프에 남되</a:t>
            </a:r>
          </a:p>
          <a:p>
            <a:pPr lvl="1">
              <a:spcAft>
                <a:spcPts val="6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–  렌더 배치·정량 채점·기록을 자동화해 반복 비용을 최소화하는 절충이 가장 빠르고 재현 가능했음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04 정면캠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정면캠 탐색 — 3라운드 수렴 과정</a:t>
            </a:r>
          </a:p>
        </p:txBody>
      </p:sp>
      <p:pic>
        <p:nvPicPr>
          <p:cNvPr id="3" name="Picture 2" descr="prob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00000"/>
            <a:ext cx="3744000" cy="18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00800"/>
            <a:ext cx="37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81D"/>
                </a:solidFill>
                <a:latin typeface="맑은 고딕"/>
              </a:rPr>
              <a:t>R1 (A~D): 너무 멀다 — 상판 옆면·바닥 노출</a:t>
            </a:r>
          </a:p>
        </p:txBody>
      </p:sp>
      <p:pic>
        <p:nvPicPr>
          <p:cNvPr id="5" name="Picture 4" descr="probe_gri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000" y="900000"/>
            <a:ext cx="3744000" cy="18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84000" y="2800800"/>
            <a:ext cx="37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81D"/>
                </a:solidFill>
                <a:latin typeface="맑은 고딕"/>
              </a:rPr>
              <a:t>R2 (E~H): 테이블 앞으로 당김 — F 채택</a:t>
            </a:r>
          </a:p>
        </p:txBody>
      </p:sp>
      <p:pic>
        <p:nvPicPr>
          <p:cNvPr id="7" name="Picture 6" descr="probe_gri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000" y="900000"/>
            <a:ext cx="2496000" cy="18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44000" y="2800800"/>
            <a:ext cx="249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81D"/>
                </a:solidFill>
                <a:latin typeface="맑은 고딕"/>
              </a:rPr>
              <a:t>R3 (F1~F3): 흰벽+회색 테이블 — F1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3131999"/>
            <a:ext cx="11520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R1→R2 판단: 원본은 카메라가 상판 바로 위(+10cm)에서 표면을 스치듯 봄 — 렌더는 멀어서 옆면·바닥까지 보임 → x 2.2→1.2~1.4m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R2→R3 판단: 구도는 맞았으나 배경(파란 격자 바닥)·테이블색(갈색)이 실물(흰 벽·회색)과 상이 → 씬 보정 (도메인 갭 직접 감소)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정량 채점 (주사위 화면 가로 위치): 원본 파랑 19% · 노랑 84%  →  F1 파랑 29% · 노랑 79% (후보 중 최근접)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6B4A"/>
                </a:solidFill>
                <a:latin typeface="Consolas"/>
              </a:rPr>
              <a:t>▪  확정 F1: pos (1.20, −0.25, 0.46) · look_at (0.45, −0.15, 0.52) · focal 15mm (HFOV 69.9°) · 640×480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4932000"/>
          <a:ext cx="11555999" cy="124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27"/>
                <a:gridCol w="9770072"/>
              </a:tblGrid>
              <a:tr h="41399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트러블슈팅 ③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증상: 1차 프로브 전멸 (zero-norm quaternion 예외)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look-at→쿼터니언 단순 공식(w=√(1+trace)/2 로 나눔)은 카메라가 정확히 −x 를 볼 때 180° 회전 → w=0 → 0-나눗셈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scipy Rotation.from_matrix 로 교체 (특이점 안전) — 기존 capture_m1013.py 는 카메라가 비스듬해 우연히 안 걸렸던 것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05 손목캠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손목캠 — 실물 거동 분석 → 장착 기하 역산</a:t>
            </a:r>
          </a:p>
        </p:txBody>
      </p:sp>
      <p:pic>
        <p:nvPicPr>
          <p:cNvPr id="3" name="Picture 2" descr="c1ep80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00000"/>
            <a:ext cx="5040000" cy="25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34488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ep80 camera1 시간축 (80프레임 간격) — 주사위가 위에서 진입해 하단에서 커짐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6000" y="900000"/>
            <a:ext cx="6263999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실물 프레임에서 읽어낸 3가지 (역산의 근거):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① 하향 시점 + 이미지 위 = 이동(접근) 방향 — 주사위가 위에서 진입하므로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② 파지점이 화면 하단 중앙 → 카메라가 파지축에서 접근 방향으로 ~6.5cm 오프셋 장착 (거리×tan 편차각 역산)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③ 파지 시 주사위 폭 ~250px → 카메라-주사위 6~10cm (OMX 는 캠이 핑거 근처)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sim 이식 (플랜지 로컬 좌표로 환산):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Consolas"/>
              </a:rPr>
              <a:t>–  접근 방향 = 플랜지 로컬 (−0.655, −0.755, 0) — flange0 궤적에서 역산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전방 = 로컬 +z (손목 45° 보정 덕에 파지 시 세계 수직 하향)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–  부착 = link_6 의 자식 prim → USD 변환 상속으로 물리를 자동 추종 (조인트 불필요)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4176000"/>
            <a:ext cx="1152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M1013 스케일 제약: 그리퍼가 길어(플랜지→팁 0.21m) 실물만큼 주사위를 크게 볼 수 없음 → FOV 60°로 절충 (실물 대비 약 70% 크기)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라운드 구성: R1 (W1~4: 오프셋·FOV 스윕) → R2 (롤 90° 단위 실증) → R3 (V1~3: 롤 미세보정 +40°/55° · 오프셋 40/60mm)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05 손목캠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트러블슈팅 ④ — 이미지 롤이 90° 틀어짐 → 실증 스윕으로 보정</a:t>
            </a:r>
          </a:p>
        </p:txBody>
      </p:sp>
      <p:pic>
        <p:nvPicPr>
          <p:cNvPr id="3" name="Picture 2" descr="wprobe_gra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00000"/>
            <a:ext cx="4752000" cy="23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33048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R1: 큐브가 하단이 아닌 오른쪽에 — up 축 매핑이 가정과 다름</a:t>
            </a:r>
          </a:p>
        </p:txBody>
      </p:sp>
      <p:pic>
        <p:nvPicPr>
          <p:cNvPr id="5" name="Picture 4" descr="wprobe2_gra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3708000"/>
            <a:ext cx="4752000" cy="23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61128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R2: up 인자 90° 단위 스윕 — 화면이 함께 회전함을 실증 (L90 우상 → 180 좌상 → R90 좌하)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8000" y="900000"/>
            <a:ext cx="6552000" cy="52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증상: 오프셋을 '이미지 위' 방향으로 줬는데 큐브가 순수하게 '오른쪽'으로 밀림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진단 논리 (기하로 모순 증명):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오프셋 o 를 up 방향으로 주면 파지점의 화면 변위는 up 성분만 가질 수 있음 (right 성분 = o·(f×up) = 0)</a:t>
            </a:r>
          </a:p>
          <a:p>
            <a:pPr lvl="1">
              <a:spcAft>
                <a:spcPts val="600"/>
              </a:spcAft>
            </a:pPr>
            <a:r>
              <a:rPr sz="1250" b="1">
                <a:solidFill>
                  <a:srgbClr val="15181D"/>
                </a:solidFill>
                <a:latin typeface="맑은 고딕"/>
              </a:rPr>
              <a:t>–  그런데 순수 right 변위가 관측됨 → 실효 이미지-up 이 지정한 up 과 90° 어긋났다는 뜻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원인(추정): Isaac Camera 의 world-axes 규약에서 up 인자→실효 롤 매핑이 look-at 축 조합에 따라 문서 통념과 다름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해결: 해석 포기 → 실증 캘리브레이션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R2: up 인자를 90° 단위로 4방향 렌더 → 'up 인자 +90° = 화면 +90° 회전' 관계와 현재 오차각(215° vs 목표 270°)을 실측</a:t>
            </a:r>
          </a:p>
          <a:p>
            <a:pPr lvl="1">
              <a:spcAft>
                <a:spcPts val="600"/>
              </a:spcAft>
            </a:pPr>
            <a:r>
              <a:rPr sz="1250" b="1">
                <a:solidFill>
                  <a:srgbClr val="15181D"/>
                </a:solidFill>
                <a:latin typeface="맑은 고딕"/>
              </a:rPr>
              <a:t>–  R3: 부족분 +40°/+55° 후보로 미세보정 → +55°(R145)가 하단 중앙 적중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B45F06"/>
                </a:solidFill>
                <a:latin typeface="맑은 고딕"/>
              </a:rPr>
              <a:t>▪  기록: 확정 up_arg 는 '보정된 값'이므로 JSON 에 경고 주석과 함께 저장 — 재유도 금지, 그대로 쓸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05 손목캠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손목캠 확정 (V3) + 트러블슈팅 ⑤ 테이블 확대</a:t>
            </a:r>
          </a:p>
        </p:txBody>
      </p:sp>
      <p:pic>
        <p:nvPicPr>
          <p:cNvPr id="3" name="Picture 2" descr="wprobe3_gra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00000"/>
            <a:ext cx="3888000" cy="291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3844800"/>
            <a:ext cx="38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R3 파지 컷 — V3: 큐브가 실물처럼 하단(38%, 86%)에서 프레임에 걸림</a:t>
            </a:r>
          </a:p>
        </p:txBody>
      </p:sp>
      <p:pic>
        <p:nvPicPr>
          <p:cNvPr id="5" name="Picture 4" descr="wprobe3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000" y="900000"/>
            <a:ext cx="3888000" cy="291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92000" y="3844800"/>
            <a:ext cx="38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5181D"/>
                </a:solidFill>
                <a:latin typeface="맑은 고딕"/>
              </a:rPr>
              <a:t>R3 홈 컷 — 회색 표면 + 핑거 가장자리 (실물 f0 과 같은 구성)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4000" y="900000"/>
            <a:ext cx="3456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확정 V3: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local_pos (−0.039, −0.045, 0.05)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forward = 로컬 +z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up_arg (−0.970, −0.243, 0)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focal 18mm (HFOV 60.3°)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▪  정량: 파지 컷 큐브 중심 (0.38, 0.86) · 폭 170px — 실물 (~0.33, ~0.9) · ~250px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4000" y="4464000"/>
          <a:ext cx="11555999" cy="124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27"/>
                <a:gridCol w="9770072"/>
              </a:tblGrid>
              <a:tr h="41399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트러블슈팅 ⑤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증상: 파지 컷에 실물에 없는 테이블 모서리·파란 바닥이 보임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M1013 파지점이 테이블 구석에서 13~14cm — 하향 60~70° 시야에 모서리 진입 (실물은 시야 대비 테이블이 큼)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렌더용 테이블만 (0.49,0.60)→(0.85,1.10)m 확대, 상판 z 동일 — 물리 검증 씬은 원치수 유지. 결과: 모서리 완전 소거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4000" y="5868000"/>
            <a:ext cx="115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B45F06"/>
                </a:solidFill>
                <a:latin typeface="맑은 고딕"/>
              </a:rPr>
              <a:t>▪  확대는 물리에 무해: 큐브 pick/place 는 테이블 중앙부라 지지면 변화 없음 — 단, 5-3 씬 조립 시 이 값(scene_render)을 쓸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06 결과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최종 결과 — 실물 vs sim 4쌍 비교 (cam_match_v1.png)</a:t>
            </a:r>
          </a:p>
        </p:txBody>
      </p:sp>
      <p:pic>
        <p:nvPicPr>
          <p:cNvPr id="3" name="Picture 2" descr="cam_match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27999"/>
            <a:ext cx="3762720" cy="561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74720" y="972000"/>
            <a:ext cx="7493399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왼쪽 열 = OMX 실물 학습 영상, 오른쪽 열 = M1013 Isaac 렌더 (같은 시점: 홈 / 파지)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정합된 것 (구도):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정면캠: 낮은 앵글 · 테이블이 하단 채움 · pick 좌 / place+노랑 우 · 그리퍼 중앙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손목캠: 하향 + 이미지 위=접근 방향 · 파지점 하단 중앙 · 핑거 가장자리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배경: 흰 벽 · 회색 테이블 (실물 근사)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45F06"/>
                </a:solidFill>
                <a:latin typeface="맑은 고딕"/>
              </a:rPr>
              <a:t>▪  남는 차이 = 5-3 에서 측정할 순수 도메인 갭: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로봇 외형 (검정 OMX ↔ 흰색 M1013 · 크기)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사람·의자·파티션 등 배경 사물 없음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질감·조명 (실사 노이즈 ↔ 클린 렌더)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주사위 외형 (둥근 폼 주사위 ↔ 각진 큐브)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이 차이들이 closed-loop 성능에 주는 영향이 크면 → 5-4 co-training(159ep 재렌더 혼합)으로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07 산출물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오늘 생성한 파일 전체 — 무엇이 무엇인지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43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963"/>
                <a:gridCol w="1155600"/>
                <a:gridCol w="6618436"/>
              </a:tblGrid>
              <a:tr h="4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파일 (BASE=/home/kim/m1013)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종류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 · 용도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Consolas"/>
                        </a:rPr>
                        <a:t>cameras_v6match.json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확정값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★ 카메라 2대 확정 파라미터 + 렌더 씬 설정(확대 테이블·벽) — 5-3 렌더러가 읽을 단일 소스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frontcam_probe.py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정면캠 후보 배치 렌더 (CANDS 리스트 수정→재실행). 확정 F1 후보가 코드에 남아있음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wristcam_probe.py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손목캠 후보 배치 렌더 — link_6 부착·롤 실증·홈/파지 2포즈. 확정 V3 = V3_r145_off60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Consolas"/>
                        </a:rPr>
                        <a:t>sim_out/cam_match_v1.png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이미지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★ 실물 vs sim 4쌍 비교시트 — 보고·랩미팅용 최종 결과물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sim_out/frontcam_probe/*.png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이미지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정면캠 후보별 렌더 (R1 A~D · R2 E~H · R3 F1~F3)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sim_out/wristcam_probe/*.png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이미지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손목캠 후보별 렌더 (이름_home / 이름_grasp 2포즈씩)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대화록 및 PPT/img_0824/*.png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이미지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분석 근거 자료 — 원본 프레임(ref_*)·거동 그리드(wrist_ref, c1ep80)·라운드별 비교(probe_grid*, wprobe*)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make_report_pptx_0824.py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이 PPT 생성 스크립트 (남색 바+flowbox 체계)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616000"/>
            <a:ext cx="1152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Consolas"/>
              </a:rPr>
              <a:t>▪  재실행 (프로브): cd /home/kim/isaacsim &amp;&amp; ./python.sh /home/kim/m1013/frontcam_probe.py  (wristcam 동일 — 회당 ~1분)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Consolas"/>
              </a:rPr>
              <a:t>▪  실물 기준 프레임 재추출: docker exec physical_ai_server ffmpeg … (경로는 T/S ①② 슬라이드 참조)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08 다음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다음 시작점 — STEP 5-3 closed-loop 첫 가동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36000"/>
            <a:ext cx="210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① 렌더 루프 조립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replay_isaac 씬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+ JSON 카메라 2대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30000" y="1296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81999" y="936000"/>
            <a:ext cx="210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② 관측 파이프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매 스텝 640×480 2뷰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+ state(관절 실측)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87999" y="1296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39998" y="936000"/>
            <a:ext cx="2106000" cy="900000"/>
          </a:xfrm>
          <a:prstGeom prst="roundRect">
            <a:avLst/>
          </a:prstGeom>
          <a:solidFill>
            <a:srgbClr val="B45F06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③ 정책 추론 연결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컨테이너 ACT 체크포인트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↔ 호스트 Isaac 브릿지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45998" y="1296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97997" y="936000"/>
            <a:ext cx="210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④ 실행·평가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성공률 · 오차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vs open-loop 대비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03997" y="1296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55996" y="936000"/>
            <a:ext cx="2106000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C6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⑤ 갭 정량화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실패 모드 분석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→ 5-4 여부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2052000"/>
            <a:ext cx="115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구체 시작점: closed_loop_m1013.py 신규 작성 — replay_isaac.py 의 씬 조립부 재사용 + cameras_v6match.json 로드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관측 규약은 학습과 동일하게: observation.images.camera1=손목캠, camera2=정면캠, state=action[t−1] 규약 확인 필요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고려사항 (착수 전 결정할 것):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㉠ 추론 위치: 정책은 컨테이너(lerobot·GPU), Isaac 은 호스트 — 파일 핑퐁(느림) vs ZMQ/소켓 브릿지(권장) vs 호스트에 lerobot 설치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㉡ 실행 방식: 30Hz 매 스텝 추론 불필요 — ACT 청크(예: 100프레임) 단위 실행 + 재계획 주기 결정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㉢ 렌더 속도: 두 카메라 렌더 포함 스텝 속도 실측 → 실시간 불가 시 sim 시간 기준으로 평가 (물리 정합성 유지)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㉣ 평가 설계: 동일 에피소드 GT 재생(6/8 성공)과 같은 8ep 로 A/B — '구도 정합 완료' 덕에 실패 원인을 도메인 갭으로 귀속 가능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4000" y="4896000"/>
          <a:ext cx="11555999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418"/>
                <a:gridCol w="8824581"/>
              </a:tblGrid>
              <a:tr h="43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병행·후속 (0820 계획 유지)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5-4 co-training A/B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5-3 갭이 크면: 159ep 를 확정 카메라로 재렌더 → sim 혼합학습 이득 검증 후 채택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실기 준비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TCP 0.12m 잠정값 (LEHR 실측 후 재변환 1분+재학습 ~3h) · 어태치먼트 연질 팁 · 손목캠 마운트 설계에 오늘 오프셋(−39,−45,+50mm) 참조 가능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09 참조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링크 · 참조 경로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72000"/>
          <a:ext cx="11555999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472"/>
                <a:gridCol w="8719527"/>
              </a:tblGrid>
              <a:tr h="4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자원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위치 / URL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학습 데이터셋 (M1013 v6)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https://huggingface.co/datasets/dlcodnjs/m1013_act_pick_and_place_v6_joint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원본 OMX 영상 (실체)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physical_ai_server 컨테이너: /root/.cache/huggingface/lerobot/dlcodnjs/omx_act_pick_and_place_v4_162/videos/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M1013 코드 저장소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https://github.com/dlcodnjs817/M1013  (비공개 — 오늘 파일 커밋 예정)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 저장소 (선행 작업)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https://github.com/dlcodnjs817/tx90  (비공개)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M1013 USD·URDF 출처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https://github.com/DoosanRobotics/doosan-robot2  (dsr_description2/usd/m1013.usd)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씬 좌표 단일 소스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/home/kim/m1013/replay_ep000.npz  (cube_pick/place · table_top_z · flange0 · t_close=226)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카메라 확정값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Consolas"/>
                        </a:rPr>
                        <a:t>/home/kim/m1013/cameras_v6match.json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지난 보고 (선행 맥락)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Consolas"/>
                        </a:rPr>
                        <a:t>tx90/대화록 및 PPT/업무보고_20260820.md · M1013_20260820.pptx · 랩미팅 make_labmeeting_pptx_0824.py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112000"/>
            <a:ext cx="1152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한 줄 요약: 정책이 학습 때 본 두 화면(손목캠·정면캠)을 Isaac 에 복원 완료 — 파라미터는 JSON 에 고정,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다음 세션은 closed_loop_m1013.py 작성부터 (관측 규약 확인 → 추론 브릿지 결정 → 8ep A/B)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전이 · STEP 5 카메라 정합 · 2026-08-24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